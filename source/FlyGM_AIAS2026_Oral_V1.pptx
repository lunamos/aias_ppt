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5" r:id="rId10"/>
    <p:sldId id="266" r:id="rId11"/>
    <p:sldId id="267" r:id="rId12"/>
    <p:sldId id="269" r:id="rId13"/>
    <p:sldId id="270" r:id="rId14"/>
    <p:sldId id="275" r:id="rId15"/>
  </p:sldIdLst>
  <p:sldSz cx="9144000" cy="5143500" type="screen16x9"/>
  <p:notesSz cx="6858000" cy="9144000"/>
  <p:defaultTextStyle>
    <a:defPPr>
      <a:buNone/>
    </a:defPPr>
    <a:lvl1pPr algn="l" defTabSz="457200">
      <a:spcBef>
        <a:spcPct val="0"/>
      </a:spcBef>
      <a:spcAft>
        <a:spcPct val="0"/>
      </a:spcAft>
      <a:buNone/>
      <a:defRPr kern="1200">
        <a:solidFill>
          <a:schemeClr val="tx1"/>
        </a:solidFill>
        <a:latin typeface="Source Sans Pro"/>
        <a:ea typeface="Source Sans Pro"/>
        <a:cs typeface="Source Sans Pro"/>
      </a:defRPr>
    </a:lvl1pPr>
    <a:lvl2pPr marL="457200" algn="l" defTabSz="457200">
      <a:spcBef>
        <a:spcPct val="0"/>
      </a:spcBef>
      <a:spcAft>
        <a:spcPct val="0"/>
      </a:spcAft>
      <a:buNone/>
      <a:defRPr kern="1200">
        <a:solidFill>
          <a:schemeClr val="tx1"/>
        </a:solidFill>
        <a:latin typeface="Source Sans Pro"/>
        <a:ea typeface="Source Sans Pro"/>
        <a:cs typeface="Source Sans Pro"/>
      </a:defRPr>
    </a:lvl2pPr>
    <a:lvl3pPr marL="914400" algn="l" defTabSz="457200">
      <a:spcBef>
        <a:spcPct val="0"/>
      </a:spcBef>
      <a:spcAft>
        <a:spcPct val="0"/>
      </a:spcAft>
      <a:buNone/>
      <a:defRPr kern="1200">
        <a:solidFill>
          <a:schemeClr val="tx1"/>
        </a:solidFill>
        <a:latin typeface="Source Sans Pro"/>
        <a:ea typeface="Source Sans Pro"/>
        <a:cs typeface="Source Sans Pro"/>
      </a:defRPr>
    </a:lvl3pPr>
    <a:lvl4pPr marL="1371600" algn="l" defTabSz="457200">
      <a:spcBef>
        <a:spcPct val="0"/>
      </a:spcBef>
      <a:spcAft>
        <a:spcPct val="0"/>
      </a:spcAft>
      <a:buNone/>
      <a:defRPr kern="1200">
        <a:solidFill>
          <a:schemeClr val="tx1"/>
        </a:solidFill>
        <a:latin typeface="Source Sans Pro"/>
        <a:ea typeface="Source Sans Pro"/>
        <a:cs typeface="Source Sans Pro"/>
      </a:defRPr>
    </a:lvl4pPr>
    <a:lvl5pPr marL="1828800" algn="l" defTabSz="457200">
      <a:spcBef>
        <a:spcPct val="0"/>
      </a:spcBef>
      <a:spcAft>
        <a:spcPct val="0"/>
      </a:spcAft>
      <a:buNone/>
      <a:defRPr kern="1200">
        <a:solidFill>
          <a:schemeClr val="tx1"/>
        </a:solidFill>
        <a:latin typeface="Source Sans Pro"/>
        <a:ea typeface="Source Sans Pro"/>
        <a:cs typeface="Source Sans Pro"/>
      </a:defRPr>
    </a:lvl5pPr>
    <a:lvl6pPr marL="2286000" algn="l" defTabSz="914400">
      <a:buNone/>
      <a:defRPr kern="1200">
        <a:solidFill>
          <a:schemeClr val="tx1"/>
        </a:solidFill>
        <a:latin typeface="Source Sans Pro"/>
        <a:ea typeface="Source Sans Pro"/>
        <a:cs typeface="Source Sans Pro"/>
      </a:defRPr>
    </a:lvl6pPr>
    <a:lvl7pPr marL="2743200" algn="l" defTabSz="914400">
      <a:buNone/>
      <a:defRPr kern="1200">
        <a:solidFill>
          <a:schemeClr val="tx1"/>
        </a:solidFill>
        <a:latin typeface="Source Sans Pro"/>
        <a:ea typeface="Source Sans Pro"/>
        <a:cs typeface="Source Sans Pro"/>
      </a:defRPr>
    </a:lvl7pPr>
    <a:lvl8pPr marL="3200400" algn="l" defTabSz="914400">
      <a:buNone/>
      <a:defRPr kern="1200">
        <a:solidFill>
          <a:schemeClr val="tx1"/>
        </a:solidFill>
        <a:latin typeface="Source Sans Pro"/>
        <a:ea typeface="Source Sans Pro"/>
        <a:cs typeface="Source Sans Pro"/>
      </a:defRPr>
    </a:lvl8pPr>
    <a:lvl9pPr marL="3657600" algn="l" defTabSz="914400">
      <a:buNone/>
      <a:defRPr kern="1200">
        <a:solidFill>
          <a:schemeClr val="tx1"/>
        </a:solidFill>
        <a:latin typeface="Source Sans Pro"/>
        <a:ea typeface="Source Sans Pro"/>
        <a:cs typeface="Source Sans Pro"/>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35"/>
  </p:normalViewPr>
  <p:slideViewPr>
    <p:cSldViewPr snapToGrid="0" snapToObjects="1">
      <p:cViewPr varScale="1">
        <p:scale>
          <a:sx n="146" d="100"/>
          <a:sy n="146" d="100"/>
        </p:scale>
        <p:origin x="6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30 seconds.</a:t>
            </a:r>
          </a:p>
          <a:p>
            <a:endParaRPr/>
          </a:p>
          <a:p>
            <a:r>
              <a:t>Good morning. Our work asks whether a map of an animal’s brain can help us design a controller for its body. We study the fruit fly, where a whole-brain wiring diagram and a detailed biomechanical simulator are both available. FlyGM uses that wiring diagram to structure a learned policy. I will first explain what the connectome gives us, then show the control results, and finish with the opportunities and limits of this approach.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70 seconds.</a:t>
            </a:r>
          </a:p>
          <a:p>
            <a:endParaRPr/>
          </a:p>
          <a:p>
            <a:r>
              <a:t>A connectome is a wiring diagram: neurons are the nodes, and synaptic connections are the directed edges. FlyWire reconstructed the brain of an adult female fruit fly at synaptic resolution. The published reconstruction contains 139,255 neurons and about 54.5 million synapses. Electron microscopy supplies the images, computational reconstruction traces the cells, and extensive proofreading improves the map. This is unusually useful for embodied intelligence because the same small animal can walk, turn and fly. But a wiring diagram is a structural description. It does not tell us the complete dynamics of each neuron, the state of the animal, or how to turn incoming observations into appropriate movement. That gap is the starting point of FlyGM. Source: Dorkenwald et al., Nature 634, 124–138 (2024), https://doi.org/10.1038/s41586-024-07558-y. Brain rendering reused from supplied FlyGM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50 seconds.</a:t>
            </a:r>
          </a:p>
          <a:p>
            <a:endParaRPr/>
          </a:p>
          <a:p>
            <a:r>
              <a:t>Our research question is deliberately computational: can whole-brain connectivity provide a useful architectural prior for movement control? We connect two resources. On one side is the biological wiring diagram. On the other is flybody, a physics-based model of the fly in MuJoCo. The controller must transform observations into coordinated actions, receive the resulting sensory feedback, and repeat. We do not assume that anatomy alone solves control. Instead, anatomy constrains the routes of computation, while learning supplies the transformations needed for the task. This lets us test the contribution of wiring using structural controls. Source: AIAS submission31_revised, Introduction and Method; flybody, Vaxenburg et al. (2025).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75 seconds.</a:t>
            </a:r>
          </a:p>
          <a:p>
            <a:endParaRPr/>
          </a:p>
          <a:p>
            <a:r>
              <a:t>Here is the complete loop. An encoder compresses the observation and injects it into afferent, or input-facing, neurons. Directed connections then propagate information through the network. A shared update function transforms the incoming messages, conditioned on a learned descriptor for each neuron. Finally, a decoder reads the efferent, or output-facing, states and produces continuous motor actions for the body. The body moves in the simulator and supplies the next observation. The afferent, intrinsic and efferent partition gives the graph an explicit input-to-output organization. The important design choice is that the connectome determines which neurons can communicate. The rest of the architecture makes that structure usable as a trainable controller. Source: submission31_revised, Figure 1 and Section 2.1.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60 seconds.</a:t>
            </a:r>
          </a:p>
          <a:p>
            <a:endParaRPr/>
          </a:p>
          <a:p>
            <a:r>
              <a:t>It helps to separate what is fixed from what is learned. The directed topology comes from the connectome. Synapse counts and neurotransmitter annotations supply an approximate signed-weight convention. The observation encoder, per-neuron descriptors, shared state update and action decoder are trainable. The central operation is a sparse weighted aggregation: each node receives a combination of its presynaptic partners’ latent states. Those states are learned vectors, not measured firing rates. Likewise, the signed weights are a modeling convention, not a receptor-specific account of physiology. This distinction makes the claim precise: FlyGM is a connectome-structured policy, and its biological computational fidelity remains a separate question. Source: submission31_revised, Section 2.1.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60 seconds.</a:t>
            </a:r>
          </a:p>
          <a:p>
            <a:endParaRPr/>
          </a:p>
          <a:p>
            <a:r>
              <a:t>The training pipeline has two stages. First, we roll out the existing flybody expert and train the student policy to match its action distribution. This is imitation learning, using a KL objective with an annealed regularizer. Second, we refine the controller with proximal policy optimization, or PPO, using task rewards from the simulator. We apply the same pipeline when comparing architectures. This matters for interpreting the results: the demonstrations already contain behavioral information. We are testing how effectively different policy structures use that information and subsequent reinforcement learning. Walking and flight use separate trained policies with different interfaces. We are not claiming that a single policy switches between walking and flight. Source: submission31_revised, Section 2.2 and Appendix training details.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75 seconds.</a:t>
            </a:r>
          </a:p>
          <a:p>
            <a:endParaRPr/>
          </a:p>
          <a:p>
            <a:r>
              <a:t>Let me show the behaviors before the numerical comparisons. The walking policy initiates a gait, maintains straight walking, and turns. The paper reports gait initiation within roughly the first 80 milliseconds and coordinated tripod-like stepping during walking. A separately trained flight policy stabilizes and steers the flying model. The demonstrations pair the moving body with a visualization of the graph’s latent states. The graph layout is a force-directed view of connectivity, not the physical geometry of the brain. The videos are slowed for viewing, so the simulation timestamps are the appropriate timescale. These examples establish that the policy can drive a detailed articulated body. The next question is whether the specific wiring improves performance. Source: submission31_revised, Section 3.2. Videos reused from supplied presentation, audio removed.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a:t>
            </a:r>
          </a:p>
          <a:p>
            <a:endParaRPr/>
          </a:p>
          <a:p>
            <a:r>
              <a:t>We compare FlyGM with three important alternatives. Degree-preserving rewiring retains each neuron’s incoming and outgoing connection counts, while changing its partners. The random graph retains the numbers of nodes and edges. The MLP removes the graph structure and has more parameters than FlyGM. Graph models use the same latent dimension, and all use the same imitation-plus-PPO training pipeline. The non-connectome graphs use unit edge weights. Therefore the weighted comparison alone does not isolate topology perfectly. The unweighted FlyGM ablation is particularly informative: it retains the real topology while removing signed synaptic weights. Together, these controls ask whether the identity of connections matters beyond graph size or degree counts. Source: submission31_revised, Section 3.1 and edge-weight ablations.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60 seconds.</a:t>
            </a:r>
          </a:p>
          <a:p>
            <a:endParaRPr/>
          </a:p>
          <a:p>
            <a:r>
              <a:t>The imitation-learning traces provide a complementary view. FlyGM reaches a lower action-mean error and training objective, and does so in fewer gradient updates than the non-connectome baselines. Both vertical axes are logarithmic, which makes the early training phase visible. These are recorded traces, one per model. The bands show local fluctuations within each trace, not uncertainty across training seeds. So the supported statement is faster convergence during imitation learning. We should not turn that into a claim about fewer online environment interactions or shorter wall-clock training. The graph itself is more expensive per step than an MLP. The advantage demonstrated here concerns how the architecture fits the expert under the specified pipeline. Source: submission31_revised, Figure 2 and plotting-protocol appendix.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75 seconds.</a:t>
            </a:r>
          </a:p>
          <a:p>
            <a:endParaRPr/>
          </a:p>
          <a:p>
            <a:r>
              <a:t>This composite recording shows two synchronized camera views and the measured forward-velocity signal below. The sequence covers 0 to 768 milliseconds of simulation time and plays ten times slower for inspection. Notice the velocity approaching zero during the pause, followed by renewed motion and the turn. The upper-right panel reveals the published Figure 5 neural representation from left to right using a white mask, with its own millisecond counter and time-axis labels. The mask follows the presentation clock across the published 0–760 ms axis; the archived movie continues to 768 ms. This is a presentation animation of the published model-activity image, not a new analysis or measured EEG. It uses the paper’s PCA processing and is not recalculated from this archived recording. We discuss this figure on the next slide. The archived illustrative rollout has 139,246 recorded nodes and two state channels, rather than the final quantitative experiment’s 32-channel checkpoint. Source: THU_A100 /data/jzh/Documents/flygnn_v2/neuro_rollout.pkl; submission31_revised, Figure 5. Time alignment uses record indices at 2 ms per step. Cameras follow the environment step while observations precede it, giving a possible 2 ms offset. The lower trace shows forward velocity normalized to its absolute peak; the bold line uses an 11-sample (22 ms) moving average.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60 seconds.</a:t>
            </a:r>
          </a:p>
          <a:p>
            <a:endParaRPr/>
          </a:p>
          <a:p>
            <a:r>
              <a:t>The same sequence lets us inspect the model’s internal representations. The visualization compresses the multichannel state with PCA, groups neurons by superclass, and orders similar responses together within each class. The resulting patterns differ across classes and phases. A random-graph control processed with the same pipeline shows less clear class-wise differentiation. This is suggestive evidence that wiring shapes the learned computation. However, it is qualitative. Grouping, normalization and sorting all affect what is easy to see. We do not have a quantitative segregation test or validation against recorded neural activity here. I would describe the result as structured latent dynamics, rather than biological function recovered from anatomy. Source: submission31_revised, Figure 5 and representation-analysis appendix.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40 seconds.</a:t>
            </a:r>
          </a:p>
          <a:p>
            <a:endParaRPr/>
          </a:p>
          <a:p>
            <a:r>
              <a:t>A short outlook is the male central nervous system connectome. It includes the brain and ventral nerve cord linked through the neck, extending the structural resource closer to the complete sensorimotor pathway. This is relevant because much locomotor circuitry lies outside the brain itself. For FlyGM, a natural next experiment is to incorporate this more complete wiring and ask whether it improves control and its mechanistic interpretation. Another next step is to evaluate longer sequences, perturbation recovery and navigation with explicit quantitative benchmarks. These are research directions, not results established by the present paper. Source: Berg et al., Cell 189, 5504–5526.e15 (2026), https://doi.org/10.1016/j.cell.2026.08.015. Rendering: Philipp Schlegel, MRC LMB and University of Cambridge; data: FlyEM, Cambridge Connectomics, MRC LMB and Google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45 seconds.</a:t>
            </a:r>
          </a:p>
          <a:p>
            <a:endParaRPr/>
          </a:p>
          <a:p>
            <a:r>
              <a:t>The main takeaway is that whole-brain wiring can serve as a useful architectural prior for embodied control. FlyGM turns a static connectome into a trainable controller for coordinated movement in a simulated fly. Structural comparisons and the unweighted ablation support the contribution of topology under the shared training pipeline. The internal states also provide an organized view of learned dynamics, although their physiological meaning still needs validation. The broader opportunity is to use increasingly complete connectomes to design and test embodied models with explicit structural assumptions. Thank you. I would be happy to take questions. The project page contains the demonstration video and code. Source: submission31_revised; https://sites.google.com/view/flygm.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slide.</a:t>
            </a:r>
          </a:p>
          <a:p>
            <a:endParaRPr/>
          </a:p>
          <a:p>
            <a:r>
              <a:t>Primary content source: submission31_revised.pdf, AIAS final revised manuscript supplied by the authors. Author names follow the supplied original PPT, because the manuscript is anonymized. External background sources are cited on the relevant slides. Sources for extracted rollouts and media are retained in the delivery notes.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B5344-341F-443D-8F25-1D9685E2ABE6}"/>
              </a:ext>
            </a:extLst>
          </p:cNvPr>
          <p:cNvSpPr>
            <a:spLocks noGrp="1"/>
          </p:cNvSpPr>
          <p:nvPr>
            <p:ph type="ctrTitle"/>
          </p:nvPr>
        </p:nvSpPr>
        <p:spPr>
          <a:xfrm>
            <a:off x="457200" y="509114"/>
            <a:ext cx="8229600" cy="1034133"/>
          </a:xfrm>
          <a:prstGeom prst="rect">
            <a:avLst/>
          </a:prstGeom>
        </p:spPr>
        <p:txBody>
          <a:bodyPr>
            <a:noAutofit/>
          </a:bodyPr>
          <a:lstStyle>
            <a:lvl1pPr algn="ctr">
              <a:buNone/>
              <a:defRPr sz="3600">
                <a:solidFill>
                  <a:schemeClr val="tx1"/>
                </a:solidFill>
              </a:defRPr>
            </a:lvl1pPr>
          </a:lstStyle>
          <a:p>
            <a:r>
              <a:t>Click to edit Master title style</a:t>
            </a:r>
          </a:p>
        </p:txBody>
      </p:sp>
      <p:sp>
        <p:nvSpPr>
          <p:cNvPr id="12" name="Text Placeholder 33">
            <a:extLst>
              <a:ext uri="{FF2B5EF4-FFF2-40B4-BE49-F238E27FC236}">
                <a16:creationId xmlns:a16="http://schemas.microsoft.com/office/drawing/2014/main" id="{CA060B57-E2E3-4912-AB23-45E31E5F697A}"/>
              </a:ext>
            </a:extLst>
          </p:cNvPr>
          <p:cNvSpPr>
            <a:spLocks noGrp="1"/>
          </p:cNvSpPr>
          <p:nvPr>
            <p:ph type="body" idx="18"/>
          </p:nvPr>
        </p:nvSpPr>
        <p:spPr>
          <a:xfrm>
            <a:off x="1603375" y="3599022"/>
            <a:ext cx="6059488" cy="205740"/>
          </a:xfrm>
          <a:prstGeom prst="rect">
            <a:avLst/>
          </a:prstGeom>
        </p:spPr>
        <p:txBody>
          <a:bodyPr wrap="none" anchor="ctr">
            <a:noAutofit/>
          </a:bodyPr>
          <a:lstStyle>
            <a:lvl1pPr algn="ctr">
              <a:buNone/>
              <a:defRPr sz="1800" cap="none" spc="0" baseline="0">
                <a:solidFill>
                  <a:schemeClr val="tx1">
                    <a:lumMod val="65000"/>
                    <a:lumOff val="35000"/>
                  </a:schemeClr>
                </a:solidFill>
              </a:defRPr>
            </a:lvl1pPr>
            <a:lvl2pPr>
              <a:buNone/>
              <a:defRPr/>
            </a:lvl2pPr>
            <a:lvl3pPr>
              <a:buNone/>
              <a:defRPr/>
            </a:lvl3pPr>
            <a:lvl4pPr>
              <a:buNone/>
              <a:defRPr/>
            </a:lvl4pPr>
            <a:lvl5pPr>
              <a:buNone/>
              <a:defRPr/>
            </a:lvl5pPr>
          </a:lstStyle>
          <a:p>
            <a:pPr lvl="0">
              <a:buNone/>
            </a:pPr>
            <a:r>
              <a:t>Click to edit Master text styles</a:t>
            </a:r>
          </a:p>
        </p:txBody>
      </p:sp>
      <p:sp>
        <p:nvSpPr>
          <p:cNvPr id="13" name="Subtitle 2">
            <a:extLst>
              <a:ext uri="{FF2B5EF4-FFF2-40B4-BE49-F238E27FC236}">
                <a16:creationId xmlns:a16="http://schemas.microsoft.com/office/drawing/2014/main" id="{A10A3E61-6082-4D4E-BB89-BEC8B47D99C7}"/>
              </a:ext>
            </a:extLst>
          </p:cNvPr>
          <p:cNvSpPr>
            <a:spLocks noGrp="1"/>
          </p:cNvSpPr>
          <p:nvPr>
            <p:ph type="subTitle" idx="1"/>
          </p:nvPr>
        </p:nvSpPr>
        <p:spPr>
          <a:xfrm>
            <a:off x="457200" y="2410990"/>
            <a:ext cx="8229600" cy="461897"/>
          </a:xfrm>
          <a:prstGeom prst="rect">
            <a:avLst/>
          </a:prstGeom>
        </p:spPr>
        <p:txBody>
          <a:bodyPr>
            <a:noAutofit/>
          </a:bodyPr>
          <a:lstStyle>
            <a:lvl1pPr marL="0" indent="0" algn="ctr">
              <a:buNone/>
              <a:defRPr sz="2100" cap="small" spc="300">
                <a:solidFill>
                  <a:srgbClr val="660874"/>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3" name="Slide Number Placeholder 2">
            <a:extLst>
              <a:ext uri="{FF2B5EF4-FFF2-40B4-BE49-F238E27FC236}">
                <a16:creationId xmlns:a16="http://schemas.microsoft.com/office/drawing/2014/main" id="{962054D1-2B75-4625-AE41-6A7C057C243C}"/>
              </a:ext>
            </a:extLst>
          </p:cNvPr>
          <p:cNvSpPr>
            <a:spLocks noGrp="1"/>
          </p:cNvSpPr>
          <p:nvPr>
            <p:ph type="sldNum" idx="19"/>
          </p:nvPr>
        </p:nvSpPr>
        <p:spPr/>
        <p:txBody>
          <a:bodyPr/>
          <a:lstStyle/>
          <a:p>
            <a:fld id="{4E2FCFD3-C48B-654C-9D5B-B7027AB6127D}"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3337AACC-2590-47D2-BD2E-6820BEF6657B}"/>
              </a:ext>
            </a:extLst>
          </p:cNvPr>
          <p:cNvSpPr>
            <a:spLocks noGrp="1"/>
          </p:cNvSpPr>
          <p:nvPr>
            <p:ph idx="10"/>
          </p:nvPr>
        </p:nvSpPr>
        <p:spPr>
          <a:xfrm>
            <a:off x="373746" y="751668"/>
            <a:ext cx="8412480" cy="4144802"/>
          </a:xfrm>
        </p:spPr>
        <p:txBody>
          <a:bodyPr/>
          <a:lstStyle>
            <a:lvl1pPr marL="342900" indent="-342900">
              <a:buClr>
                <a:srgbClr val="660874"/>
              </a:buClr>
              <a:buFont typeface="Wingdings"/>
              <a:buChar char="§"/>
              <a:defRPr/>
            </a:lvl1pPr>
            <a:lvl2pPr marL="288925" indent="-288925" algn="l" defTabSz="457200">
              <a:spcBef>
                <a:spcPct val="20000"/>
              </a:spcBef>
              <a:spcAft>
                <a:spcPct val="0"/>
              </a:spcAft>
              <a:buClr>
                <a:srgbClr val="660874"/>
              </a:buClr>
              <a:buFont typeface="Wingdings"/>
              <a:buChar char="§"/>
              <a:defRPr/>
            </a:lvl2pPr>
          </a:lstStyle>
          <a:p>
            <a:pPr marL="288925" lvl="1" indent="-288925" algn="l" defTabSz="457200">
              <a:spcBef>
                <a:spcPct val="20000"/>
              </a:spcBef>
              <a:spcAft>
                <a:spcPct val="0"/>
              </a:spcAft>
              <a:buClr>
                <a:srgbClr val="660874"/>
              </a:buClr>
              <a:buFont typeface="Wingdings"/>
              <a:buChar char="§"/>
            </a:pPr>
            <a:r>
              <a:t>Click to edit Master text styles</a:t>
            </a:r>
          </a:p>
          <a:p>
            <a:pPr lvl="2">
              <a:buNone/>
            </a:pPr>
            <a:r>
              <a:t>Second level</a:t>
            </a:r>
          </a:p>
          <a:p>
            <a:pPr lvl="3">
              <a:buNone/>
            </a:pPr>
            <a:r>
              <a:t>Third level</a:t>
            </a:r>
          </a:p>
          <a:p>
            <a:pPr lvl="4">
              <a:buNone/>
            </a:pPr>
            <a:r>
              <a:t>Forth level</a:t>
            </a:r>
          </a:p>
          <a:p>
            <a:pPr lvl="0">
              <a:buNone/>
            </a:pPr>
            <a:endParaRPr/>
          </a:p>
        </p:txBody>
      </p:sp>
      <p:sp>
        <p:nvSpPr>
          <p:cNvPr id="3" name="Slide Number Placeholder 2">
            <a:extLst>
              <a:ext uri="{FF2B5EF4-FFF2-40B4-BE49-F238E27FC236}">
                <a16:creationId xmlns:a16="http://schemas.microsoft.com/office/drawing/2014/main" id="{2A32655B-C85C-4A3F-84CC-BEB52FDD3D66}"/>
              </a:ext>
            </a:extLst>
          </p:cNvPr>
          <p:cNvSpPr>
            <a:spLocks noGrp="1"/>
          </p:cNvSpPr>
          <p:nvPr>
            <p:ph type="sldNum" idx="11"/>
          </p:nvPr>
        </p:nvSpPr>
        <p:spPr>
          <a:xfrm>
            <a:off x="8720931" y="4827588"/>
            <a:ext cx="624547" cy="271462"/>
          </a:xfrm>
        </p:spPr>
        <p:txBody>
          <a:bodyPr/>
          <a:lstStyle/>
          <a:p>
            <a:fld id="{4E2FCFD3-C48B-654C-9D5B-B7027AB6127D}" type="slidenum">
              <a:t>‹#›</a:t>
            </a:fld>
            <a:endParaRPr/>
          </a:p>
        </p:txBody>
      </p:sp>
      <p:sp>
        <p:nvSpPr>
          <p:cNvPr id="5" name="Title Placeholder 2">
            <a:extLst>
              <a:ext uri="{FF2B5EF4-FFF2-40B4-BE49-F238E27FC236}">
                <a16:creationId xmlns:a16="http://schemas.microsoft.com/office/drawing/2014/main" id="{6CEBB6EA-4FBC-6544-8B9D-B1DE6459DA72}"/>
              </a:ext>
            </a:extLst>
          </p:cNvPr>
          <p:cNvSpPr>
            <a:spLocks noGrp="1"/>
          </p:cNvSpPr>
          <p:nvPr>
            <p:ph type="title"/>
          </p:nvPr>
        </p:nvSpPr>
        <p:spPr>
          <a:xfrm>
            <a:off x="373746" y="87561"/>
            <a:ext cx="8412480" cy="516874"/>
          </a:xfrm>
          <a:prstGeom prst="rect">
            <a:avLst/>
          </a:prstGeom>
          <a:noFill/>
          <a:ln>
            <a:noFill/>
          </a:ln>
        </p:spPr>
        <p:txBody>
          <a:bodyPr vert="horz" wrap="square" lIns="0" tIns="45720" rIns="91440" bIns="45720" anchor="b"/>
          <a:lstStyle>
            <a:lvl1pPr algn="ctr">
              <a:lnSpc>
                <a:spcPct val="100000"/>
              </a:lnSpc>
              <a:buNone/>
              <a:defRPr/>
            </a:lvl1pPr>
          </a:lstStyle>
          <a:p>
            <a:pPr lvl="0">
              <a:buNone/>
            </a:pPr>
            <a:r>
              <a:t>Click to edit Master title style</a:t>
            </a:r>
          </a:p>
        </p:txBody>
      </p:sp>
      <p:sp>
        <p:nvSpPr>
          <p:cNvPr id="6" name="Line 12">
            <a:extLst>
              <a:ext uri="{FF2B5EF4-FFF2-40B4-BE49-F238E27FC236}">
                <a16:creationId xmlns:a16="http://schemas.microsoft.com/office/drawing/2014/main" id="{3BCC4910-01D2-E246-9EA7-EE64B806480A}"/>
              </a:ext>
            </a:extLst>
          </p:cNvPr>
          <p:cNvSpPr>
            <a:spLocks noGrp="1"/>
          </p:cNvSpPr>
          <p:nvPr/>
        </p:nvSpPr>
        <p:spPr>
          <a:xfrm>
            <a:off x="373746" y="660903"/>
            <a:ext cx="8412480" cy="2"/>
          </a:xfrm>
          <a:prstGeom prst="line">
            <a:avLst/>
          </a:prstGeom>
          <a:noFill/>
          <a:ln w="50800">
            <a:solidFill>
              <a:srgbClr val="7030A0"/>
            </a:solidFill>
            <a:miter/>
          </a:ln>
        </p:spPr>
        <p:txBody>
          <a:bodyPr wrap="none"/>
          <a:lstStyle/>
          <a:p>
            <a:pPr>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0CDCD1E-8839-476F-A1FF-F808BEABB1E9}"/>
              </a:ext>
            </a:extLst>
          </p:cNvPr>
          <p:cNvSpPr>
            <a:spLocks noGrp="1"/>
          </p:cNvSpPr>
          <p:nvPr>
            <p:ph idx="10"/>
          </p:nvPr>
        </p:nvSpPr>
        <p:spPr>
          <a:xfrm>
            <a:off x="373746" y="751668"/>
            <a:ext cx="8412480" cy="4144802"/>
          </a:xfrm>
        </p:spPr>
        <p:txBody>
          <a:bodyPr/>
          <a:lstStyle>
            <a:lvl1pPr marL="342900" indent="-342900">
              <a:buClr>
                <a:srgbClr val="660874"/>
              </a:buClr>
              <a:buFont typeface="Wingdings"/>
              <a:buChar char="§"/>
              <a:defRPr/>
            </a:lvl1pPr>
            <a:lvl2pPr marL="288925" indent="-288925" algn="l" defTabSz="457200">
              <a:spcBef>
                <a:spcPct val="20000"/>
              </a:spcBef>
              <a:spcAft>
                <a:spcPct val="0"/>
              </a:spcAft>
              <a:buClr>
                <a:srgbClr val="660874"/>
              </a:buClr>
              <a:buFont typeface="Wingdings"/>
              <a:buChar char="§"/>
              <a:defRPr/>
            </a:lvl2pPr>
          </a:lstStyle>
          <a:p>
            <a:pPr marL="288925" lvl="1" indent="-288925" algn="l" defTabSz="457200">
              <a:spcBef>
                <a:spcPct val="20000"/>
              </a:spcBef>
              <a:spcAft>
                <a:spcPct val="0"/>
              </a:spcAft>
              <a:buClr>
                <a:srgbClr val="660874"/>
              </a:buClr>
              <a:buFont typeface="Wingdings"/>
              <a:buChar char="§"/>
            </a:pPr>
            <a:r>
              <a:t>Click to edit Master text styles</a:t>
            </a:r>
          </a:p>
          <a:p>
            <a:pPr lvl="2">
              <a:buNone/>
            </a:pPr>
            <a:r>
              <a:t>Second level</a:t>
            </a:r>
          </a:p>
          <a:p>
            <a:pPr lvl="3">
              <a:buNone/>
            </a:pPr>
            <a:r>
              <a:t>Third level</a:t>
            </a:r>
          </a:p>
          <a:p>
            <a:pPr lvl="4">
              <a:buNone/>
            </a:pPr>
            <a:r>
              <a:t>Forth level</a:t>
            </a:r>
          </a:p>
          <a:p>
            <a:pPr lvl="0">
              <a:buNone/>
            </a:pPr>
            <a:endParaRPr/>
          </a:p>
        </p:txBody>
      </p:sp>
      <p:sp>
        <p:nvSpPr>
          <p:cNvPr id="3" name="Slide Number Placeholder 2">
            <a:extLst>
              <a:ext uri="{FF2B5EF4-FFF2-40B4-BE49-F238E27FC236}">
                <a16:creationId xmlns:a16="http://schemas.microsoft.com/office/drawing/2014/main" id="{05382CFA-7974-40AD-87BA-AC35B19ABE28}"/>
              </a:ext>
            </a:extLst>
          </p:cNvPr>
          <p:cNvSpPr>
            <a:spLocks noGrp="1"/>
          </p:cNvSpPr>
          <p:nvPr>
            <p:ph type="sldNum" idx="11"/>
          </p:nvPr>
        </p:nvSpPr>
        <p:spPr>
          <a:xfrm>
            <a:off x="8720931" y="4827588"/>
            <a:ext cx="624547" cy="271462"/>
          </a:xfrm>
        </p:spPr>
        <p:txBody>
          <a:bodyPr/>
          <a:lstStyle/>
          <a:p>
            <a:fld id="{4E2FCFD3-C48B-654C-9D5B-B7027AB6127D}" type="slidenum">
              <a:t>‹#›</a:t>
            </a:fld>
            <a:endParaRPr/>
          </a:p>
        </p:txBody>
      </p:sp>
      <p:sp>
        <p:nvSpPr>
          <p:cNvPr id="5" name="Title Placeholder 2">
            <a:extLst>
              <a:ext uri="{FF2B5EF4-FFF2-40B4-BE49-F238E27FC236}">
                <a16:creationId xmlns:a16="http://schemas.microsoft.com/office/drawing/2014/main" id="{6CEBB6EA-4FBC-6544-8B9D-B1DE6459DA72}"/>
              </a:ext>
            </a:extLst>
          </p:cNvPr>
          <p:cNvSpPr>
            <a:spLocks noGrp="1"/>
          </p:cNvSpPr>
          <p:nvPr>
            <p:ph type="title"/>
          </p:nvPr>
        </p:nvSpPr>
        <p:spPr>
          <a:xfrm>
            <a:off x="373746" y="87561"/>
            <a:ext cx="8412480" cy="516874"/>
          </a:xfrm>
          <a:prstGeom prst="rect">
            <a:avLst/>
          </a:prstGeom>
          <a:noFill/>
          <a:ln>
            <a:noFill/>
          </a:ln>
        </p:spPr>
        <p:txBody>
          <a:bodyPr vert="horz" wrap="square" lIns="0" tIns="45720" rIns="91440" bIns="45720" anchor="b"/>
          <a:lstStyle>
            <a:lvl1pPr algn="ctr">
              <a:lnSpc>
                <a:spcPct val="100000"/>
              </a:lnSpc>
              <a:buNone/>
              <a:defRPr/>
            </a:lvl1pPr>
          </a:lstStyle>
          <a:p>
            <a:pPr lvl="0">
              <a:buNone/>
            </a:pPr>
            <a:r>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2">
            <a:extLst>
              <a:ext uri="{FF2B5EF4-FFF2-40B4-BE49-F238E27FC236}">
                <a16:creationId xmlns:a16="http://schemas.microsoft.com/office/drawing/2014/main" id="{CF9D100D-E13E-45D6-A018-75F4A346FADB}"/>
              </a:ext>
            </a:extLst>
          </p:cNvPr>
          <p:cNvSpPr>
            <a:spLocks noGrp="1"/>
          </p:cNvSpPr>
          <p:nvPr>
            <p:ph type="title"/>
          </p:nvPr>
        </p:nvSpPr>
        <p:spPr>
          <a:xfrm>
            <a:off x="573439" y="172799"/>
            <a:ext cx="8070002" cy="488950"/>
          </a:xfrm>
          <a:prstGeom prst="rect">
            <a:avLst/>
          </a:prstGeom>
          <a:noFill/>
          <a:ln>
            <a:noFill/>
          </a:ln>
        </p:spPr>
        <p:txBody>
          <a:bodyPr vert="horz" wrap="square" lIns="0" tIns="45720" rIns="91440" bIns="45720" anchor="b"/>
          <a:lstStyle/>
          <a:p>
            <a:pPr lvl="0">
              <a:buNone/>
            </a:pPr>
            <a:r>
              <a:t>Click to edit Master title style</a:t>
            </a:r>
          </a:p>
        </p:txBody>
      </p:sp>
      <p:sp>
        <p:nvSpPr>
          <p:cNvPr id="4" name="Text Placeholder 3">
            <a:extLst>
              <a:ext uri="{FF2B5EF4-FFF2-40B4-BE49-F238E27FC236}">
                <a16:creationId xmlns:a16="http://schemas.microsoft.com/office/drawing/2014/main" id="{297A9EC7-E432-4F65-B6E2-77204910EF1B}"/>
              </a:ext>
            </a:extLst>
          </p:cNvPr>
          <p:cNvSpPr>
            <a:spLocks noGrp="1"/>
          </p:cNvSpPr>
          <p:nvPr>
            <p:ph type="body" idx="1"/>
          </p:nvPr>
        </p:nvSpPr>
        <p:spPr>
          <a:xfrm>
            <a:off x="573439" y="767166"/>
            <a:ext cx="8070002" cy="4060421"/>
          </a:xfrm>
          <a:prstGeom prst="rect">
            <a:avLst/>
          </a:prstGeom>
        </p:spPr>
        <p:txBody>
          <a:bodyPr vert="horz" lIns="0" tIns="45720" rIns="0" bIns="45720">
            <a:normAutofit/>
          </a:bodyPr>
          <a:lstStyle/>
          <a:p>
            <a:pPr marL="288925" lvl="1" indent="-288925" algn="l" defTabSz="457200">
              <a:spcBef>
                <a:spcPct val="20000"/>
              </a:spcBef>
              <a:spcAft>
                <a:spcPct val="0"/>
              </a:spcAft>
              <a:buClr>
                <a:srgbClr val="660874"/>
              </a:buClr>
              <a:buFont typeface="Wingdings"/>
              <a:buChar char="§"/>
            </a:pPr>
            <a:r>
              <a:t>Click to edit Master text styles</a:t>
            </a:r>
          </a:p>
          <a:p>
            <a:pPr lvl="2">
              <a:buNone/>
            </a:pPr>
            <a:r>
              <a:t>Second level</a:t>
            </a:r>
          </a:p>
          <a:p>
            <a:pPr lvl="3">
              <a:buNone/>
            </a:pPr>
            <a:r>
              <a:t>Third level</a:t>
            </a:r>
          </a:p>
          <a:p>
            <a:pPr lvl="4">
              <a:buNone/>
            </a:pPr>
            <a:r>
              <a:t>Forth level</a:t>
            </a:r>
          </a:p>
        </p:txBody>
      </p:sp>
      <p:sp>
        <p:nvSpPr>
          <p:cNvPr id="6" name="Slide Number Placeholder 4">
            <a:extLst>
              <a:ext uri="{FF2B5EF4-FFF2-40B4-BE49-F238E27FC236}">
                <a16:creationId xmlns:a16="http://schemas.microsoft.com/office/drawing/2014/main" id="{CF740102-D102-43FB-8570-6CA321D5A265}"/>
              </a:ext>
            </a:extLst>
          </p:cNvPr>
          <p:cNvSpPr>
            <a:spLocks noGrp="1"/>
          </p:cNvSpPr>
          <p:nvPr>
            <p:ph type="sldNum" idx="4"/>
          </p:nvPr>
        </p:nvSpPr>
        <p:spPr>
          <a:xfrm>
            <a:off x="8720931" y="4827588"/>
            <a:ext cx="423069" cy="271462"/>
          </a:xfrm>
          <a:prstGeom prst="rect">
            <a:avLst/>
          </a:prstGeom>
        </p:spPr>
        <p:txBody>
          <a:bodyPr vert="horz" wrap="square" lIns="91440" tIns="45720" rIns="91440" bIns="45720" anchor="ctr"/>
          <a:lstStyle>
            <a:lvl1pPr>
              <a:buNone/>
              <a:defRPr sz="1000">
                <a:solidFill>
                  <a:srgbClr val="898989"/>
                </a:solidFill>
                <a:latin typeface="Arial"/>
                <a:ea typeface="Arial"/>
                <a:cs typeface="Arial"/>
              </a:defRPr>
            </a:lvl1pPr>
          </a:lstStyle>
          <a:p>
            <a:fld id="{4E2FCFD3-C48B-654C-9D5B-B7027AB612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ctr" defTabSz="457200">
        <a:lnSpc>
          <a:spcPct val="85000"/>
        </a:lnSpc>
        <a:spcBef>
          <a:spcPct val="0"/>
        </a:spcBef>
        <a:spcAft>
          <a:spcPct val="0"/>
        </a:spcAft>
        <a:buNone/>
        <a:defRPr sz="3200" kern="1200">
          <a:solidFill>
            <a:srgbClr val="660874"/>
          </a:solidFill>
          <a:latin typeface="Arial"/>
          <a:ea typeface="Arial"/>
          <a:cs typeface="Arial"/>
        </a:defRPr>
      </a:lvl1pPr>
      <a:lvl2pPr algn="l" defTabSz="457200">
        <a:lnSpc>
          <a:spcPct val="85000"/>
        </a:lnSpc>
        <a:spcBef>
          <a:spcPct val="0"/>
        </a:spcBef>
        <a:spcAft>
          <a:spcPct val="0"/>
        </a:spcAft>
        <a:buNone/>
        <a:defRPr sz="2400">
          <a:solidFill>
            <a:schemeClr val="bg2"/>
          </a:solidFill>
          <a:latin typeface="Arial"/>
          <a:ea typeface="Arial"/>
          <a:cs typeface="Arial"/>
        </a:defRPr>
      </a:lvl2pPr>
      <a:lvl3pPr algn="l" defTabSz="457200">
        <a:lnSpc>
          <a:spcPct val="85000"/>
        </a:lnSpc>
        <a:spcBef>
          <a:spcPct val="0"/>
        </a:spcBef>
        <a:spcAft>
          <a:spcPct val="0"/>
        </a:spcAft>
        <a:buNone/>
        <a:defRPr sz="2400">
          <a:solidFill>
            <a:schemeClr val="bg2"/>
          </a:solidFill>
          <a:latin typeface="Arial"/>
          <a:ea typeface="Arial"/>
          <a:cs typeface="Arial"/>
        </a:defRPr>
      </a:lvl3pPr>
      <a:lvl4pPr algn="l" defTabSz="457200">
        <a:lnSpc>
          <a:spcPct val="85000"/>
        </a:lnSpc>
        <a:spcBef>
          <a:spcPct val="0"/>
        </a:spcBef>
        <a:spcAft>
          <a:spcPct val="0"/>
        </a:spcAft>
        <a:buNone/>
        <a:defRPr sz="2400">
          <a:solidFill>
            <a:schemeClr val="bg2"/>
          </a:solidFill>
          <a:latin typeface="Arial"/>
          <a:ea typeface="Arial"/>
          <a:cs typeface="Arial"/>
        </a:defRPr>
      </a:lvl4pPr>
      <a:lvl5pPr algn="l" defTabSz="457200">
        <a:lnSpc>
          <a:spcPct val="85000"/>
        </a:lnSpc>
        <a:spcBef>
          <a:spcPct val="0"/>
        </a:spcBef>
        <a:spcAft>
          <a:spcPct val="0"/>
        </a:spcAft>
        <a:buNone/>
        <a:defRPr sz="2400">
          <a:solidFill>
            <a:schemeClr val="bg2"/>
          </a:solidFill>
          <a:latin typeface="Arial"/>
          <a:ea typeface="Arial"/>
          <a:cs typeface="Arial"/>
        </a:defRPr>
      </a:lvl5pPr>
      <a:lvl6pPr marL="457200" algn="l" defTabSz="457200">
        <a:lnSpc>
          <a:spcPct val="85000"/>
        </a:lnSpc>
        <a:spcBef>
          <a:spcPct val="0"/>
        </a:spcBef>
        <a:spcAft>
          <a:spcPct val="0"/>
        </a:spcAft>
        <a:buNone/>
        <a:defRPr sz="2400">
          <a:solidFill>
            <a:schemeClr val="bg2"/>
          </a:solidFill>
          <a:latin typeface="Source Sans Pro Semibold"/>
          <a:ea typeface="Source Sans Pro Semibold"/>
          <a:cs typeface="Source Sans Pro Semibold"/>
        </a:defRPr>
      </a:lvl6pPr>
      <a:lvl7pPr marL="914400" algn="l" defTabSz="457200">
        <a:lnSpc>
          <a:spcPct val="85000"/>
        </a:lnSpc>
        <a:spcBef>
          <a:spcPct val="0"/>
        </a:spcBef>
        <a:spcAft>
          <a:spcPct val="0"/>
        </a:spcAft>
        <a:buNone/>
        <a:defRPr sz="2400">
          <a:solidFill>
            <a:schemeClr val="bg2"/>
          </a:solidFill>
          <a:latin typeface="Source Sans Pro Semibold"/>
          <a:ea typeface="Source Sans Pro Semibold"/>
          <a:cs typeface="Source Sans Pro Semibold"/>
        </a:defRPr>
      </a:lvl7pPr>
      <a:lvl8pPr marL="1371600" algn="l" defTabSz="457200">
        <a:lnSpc>
          <a:spcPct val="85000"/>
        </a:lnSpc>
        <a:spcBef>
          <a:spcPct val="0"/>
        </a:spcBef>
        <a:spcAft>
          <a:spcPct val="0"/>
        </a:spcAft>
        <a:buNone/>
        <a:defRPr sz="2400">
          <a:solidFill>
            <a:schemeClr val="bg2"/>
          </a:solidFill>
          <a:latin typeface="Source Sans Pro Semibold"/>
          <a:ea typeface="Source Sans Pro Semibold"/>
          <a:cs typeface="Source Sans Pro Semibold"/>
        </a:defRPr>
      </a:lvl8pPr>
      <a:lvl9pPr marL="1828800" algn="l" defTabSz="457200">
        <a:lnSpc>
          <a:spcPct val="85000"/>
        </a:lnSpc>
        <a:spcBef>
          <a:spcPct val="0"/>
        </a:spcBef>
        <a:spcAft>
          <a:spcPct val="0"/>
        </a:spcAft>
        <a:buNone/>
        <a:defRPr sz="2400">
          <a:solidFill>
            <a:schemeClr val="bg2"/>
          </a:solidFill>
          <a:latin typeface="Source Sans Pro Semibold"/>
          <a:ea typeface="Source Sans Pro Semibold"/>
          <a:cs typeface="Source Sans Pro Semibold"/>
        </a:defRPr>
      </a:lvl9pPr>
    </p:titleStyle>
    <p:bodyStyle>
      <a:lvl1pPr marL="288925" indent="-288925" algn="l" defTabSz="457200">
        <a:spcBef>
          <a:spcPct val="20000"/>
        </a:spcBef>
        <a:spcAft>
          <a:spcPct val="0"/>
        </a:spcAft>
        <a:buClr>
          <a:schemeClr val="bg2"/>
        </a:buClr>
        <a:buFont typeface="Wingdings"/>
        <a:buNone/>
        <a:defRPr sz="2400" kern="1200" spc="20">
          <a:solidFill>
            <a:schemeClr val="tx1"/>
          </a:solidFill>
          <a:latin typeface="Arial"/>
          <a:ea typeface="Arial"/>
          <a:cs typeface="Arial"/>
        </a:defRPr>
      </a:lvl1pPr>
      <a:lvl2pPr marL="288925" indent="-288925" algn="l" defTabSz="457200">
        <a:spcBef>
          <a:spcPct val="20000"/>
        </a:spcBef>
        <a:spcAft>
          <a:spcPct val="0"/>
        </a:spcAft>
        <a:buClr>
          <a:srgbClr val="660874"/>
        </a:buClr>
        <a:buFont typeface="Wingdings"/>
        <a:buChar char="§"/>
        <a:defRPr sz="2400" kern="1200">
          <a:solidFill>
            <a:schemeClr val="tx1"/>
          </a:solidFill>
          <a:latin typeface="Arial"/>
          <a:ea typeface="Arial"/>
          <a:cs typeface="Arial"/>
        </a:defRPr>
      </a:lvl2pPr>
      <a:lvl3pPr marL="569913" indent="-225425" algn="l" defTabSz="457200">
        <a:spcBef>
          <a:spcPct val="20000"/>
        </a:spcBef>
        <a:spcAft>
          <a:spcPct val="0"/>
        </a:spcAft>
        <a:buClr>
          <a:srgbClr val="660874"/>
        </a:buClr>
        <a:buSzPct val="102000"/>
        <a:buFont typeface="Source Sans Pro"/>
        <a:buChar char="›"/>
        <a:defRPr sz="2000" kern="1200">
          <a:solidFill>
            <a:schemeClr val="tx1"/>
          </a:solidFill>
          <a:latin typeface="Arial"/>
          <a:ea typeface="Arial"/>
          <a:cs typeface="Arial"/>
        </a:defRPr>
      </a:lvl3pPr>
      <a:lvl4pPr marL="914400" indent="-227013" algn="l" defTabSz="457200">
        <a:spcBef>
          <a:spcPct val="20000"/>
        </a:spcBef>
        <a:spcAft>
          <a:spcPct val="0"/>
        </a:spcAft>
        <a:buClr>
          <a:srgbClr val="660874"/>
        </a:buClr>
        <a:buFont typeface="Arial"/>
        <a:buChar char="•"/>
        <a:defRPr sz="2000" kern="1200">
          <a:solidFill>
            <a:schemeClr val="tx1"/>
          </a:solidFill>
          <a:latin typeface="Arial"/>
          <a:ea typeface="Arial"/>
          <a:cs typeface="Arial"/>
        </a:defRPr>
      </a:lvl4pPr>
      <a:lvl5pPr marL="1258888" indent="-227013" algn="l" defTabSz="457200">
        <a:spcBef>
          <a:spcPct val="20000"/>
        </a:spcBef>
        <a:spcAft>
          <a:spcPct val="0"/>
        </a:spcAft>
        <a:buClr>
          <a:srgbClr val="660874"/>
        </a:buClr>
        <a:buFont typeface="Source Sans Pro"/>
        <a:buChar char="–"/>
        <a:defRPr sz="2000" kern="1200">
          <a:solidFill>
            <a:schemeClr val="tx1"/>
          </a:solidFill>
          <a:latin typeface="Arial"/>
          <a:ea typeface="Arial"/>
          <a:cs typeface="Arial"/>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8.jpe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microsoft.com/office/2007/relationships/media" Target="../media/media2.mp4"/><Relationship Id="rId7" Type="http://schemas.openxmlformats.org/officeDocument/2006/relationships/image" Target="../media/image9.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7.xml"/><Relationship Id="rId5" Type="http://schemas.openxmlformats.org/officeDocument/2006/relationships/slideLayout" Target="../slideLayouts/slideLayout3.xml"/><Relationship Id="rId4" Type="http://schemas.openxmlformats.org/officeDocument/2006/relationships/video" Target="../media/media2.mp4"/></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1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itle 1">
            <a:extLst>
              <a:ext uri="{FF2B5EF4-FFF2-40B4-BE49-F238E27FC236}">
                <a16:creationId xmlns:a16="http://schemas.microsoft.com/office/drawing/2014/main" id="{C641E7E3-E375-4C6D-AA9E-2ECC018F76BE}"/>
              </a:ext>
            </a:extLst>
          </p:cNvPr>
          <p:cNvSpPr>
            <a:spLocks noGrp="1"/>
          </p:cNvSpPr>
          <p:nvPr>
            <p:ph type="ctrTitle"/>
          </p:nvPr>
        </p:nvSpPr>
        <p:spPr>
          <a:xfrm>
            <a:off x="0" y="500148"/>
            <a:ext cx="9144000" cy="1670831"/>
          </a:xfrm>
        </p:spPr>
        <p:txBody>
          <a:bodyPr anchor="ctr"/>
          <a:lstStyle>
            <a:defPPr algn="ctr">
              <a:defRPr sz="2625" b="1">
                <a:solidFill>
                  <a:srgbClr val="000000"/>
                </a:solidFill>
                <a:latin typeface="Arial"/>
                <a:ea typeface="Arial"/>
                <a:cs typeface="Arial"/>
              </a:defRPr>
            </a:defPPr>
            <a:lvl1pPr algn="ctr">
              <a:defRPr sz="2625" b="1">
                <a:solidFill>
                  <a:srgbClr val="000000"/>
                </a:solidFill>
                <a:latin typeface="Arial"/>
                <a:ea typeface="Arial"/>
                <a:cs typeface="Arial"/>
              </a:defRPr>
            </a:lvl1pPr>
            <a:lvl2pPr algn="ctr">
              <a:defRPr sz="2625" b="1">
                <a:solidFill>
                  <a:srgbClr val="000000"/>
                </a:solidFill>
                <a:latin typeface="Arial"/>
                <a:ea typeface="Arial"/>
                <a:cs typeface="Arial"/>
              </a:defRPr>
            </a:lvl2pPr>
            <a:lvl3pPr algn="ctr">
              <a:defRPr sz="2625" b="1">
                <a:solidFill>
                  <a:srgbClr val="000000"/>
                </a:solidFill>
                <a:latin typeface="Arial"/>
                <a:ea typeface="Arial"/>
                <a:cs typeface="Arial"/>
              </a:defRPr>
            </a:lvl3pPr>
            <a:lvl4pPr algn="ctr">
              <a:defRPr sz="2625" b="1">
                <a:solidFill>
                  <a:srgbClr val="000000"/>
                </a:solidFill>
                <a:latin typeface="Arial"/>
                <a:ea typeface="Arial"/>
                <a:cs typeface="Arial"/>
              </a:defRPr>
            </a:lvl4pPr>
            <a:lvl5pPr algn="ctr">
              <a:defRPr sz="2625" b="1">
                <a:solidFill>
                  <a:srgbClr val="000000"/>
                </a:solidFill>
                <a:latin typeface="Arial"/>
                <a:ea typeface="Arial"/>
                <a:cs typeface="Arial"/>
              </a:defRPr>
            </a:lvl5pPr>
            <a:lvl6pPr algn="ctr">
              <a:defRPr sz="2625" b="1">
                <a:solidFill>
                  <a:srgbClr val="000000"/>
                </a:solidFill>
                <a:latin typeface="Arial"/>
                <a:ea typeface="Arial"/>
                <a:cs typeface="Arial"/>
              </a:defRPr>
            </a:lvl6pPr>
            <a:lvl7pPr algn="ctr">
              <a:defRPr sz="2625" b="1">
                <a:solidFill>
                  <a:srgbClr val="000000"/>
                </a:solidFill>
                <a:latin typeface="Arial"/>
                <a:ea typeface="Arial"/>
                <a:cs typeface="Arial"/>
              </a:defRPr>
            </a:lvl7pPr>
            <a:lvl8pPr algn="ctr">
              <a:defRPr sz="2625" b="1">
                <a:solidFill>
                  <a:srgbClr val="000000"/>
                </a:solidFill>
                <a:latin typeface="Arial"/>
                <a:ea typeface="Arial"/>
                <a:cs typeface="Arial"/>
              </a:defRPr>
            </a:lvl8pPr>
            <a:lvl9pPr algn="ctr">
              <a:defRPr sz="2625" b="1">
                <a:solidFill>
                  <a:srgbClr val="000000"/>
                </a:solidFill>
                <a:latin typeface="Arial"/>
                <a:ea typeface="Arial"/>
                <a:cs typeface="Arial"/>
              </a:defRPr>
            </a:lvl9pPr>
          </a:lstStyle>
          <a:p>
            <a:pPr algn="ctr">
              <a:lnSpc>
                <a:spcPct val="100000"/>
              </a:lnSpc>
              <a:buNone/>
              <a:defRPr sz="2625" b="1">
                <a:solidFill>
                  <a:srgbClr val="000000"/>
                </a:solidFill>
                <a:latin typeface="Arial"/>
                <a:ea typeface="Arial"/>
                <a:cs typeface="Arial"/>
              </a:defRPr>
            </a:pPr>
            <a:r>
              <a:rPr sz="2625" b="1">
                <a:solidFill>
                  <a:srgbClr val="000000"/>
                </a:solidFill>
                <a:latin typeface="Arial"/>
                <a:ea typeface="Arial"/>
                <a:cs typeface="Arial"/>
              </a:rPr>
              <a:t>FlyGM</a:t>
            </a:r>
            <a:endParaRPr sz="2200"/>
          </a:p>
          <a:p>
            <a:pPr algn="ctr">
              <a:lnSpc>
                <a:spcPct val="100000"/>
              </a:lnSpc>
              <a:buNone/>
              <a:defRPr sz="2625" b="1">
                <a:solidFill>
                  <a:srgbClr val="000000"/>
                </a:solidFill>
                <a:latin typeface="Arial"/>
                <a:ea typeface="Arial"/>
                <a:cs typeface="Arial"/>
              </a:defRPr>
            </a:pPr>
            <a:r>
              <a:rPr sz="2625" b="1">
                <a:solidFill>
                  <a:srgbClr val="000000"/>
                </a:solidFill>
                <a:latin typeface="Arial"/>
                <a:ea typeface="Arial"/>
                <a:cs typeface="Arial"/>
              </a:rPr>
              <a:t>Whole-Brain Connectomic Graph Model</a:t>
            </a:r>
            <a:endParaRPr sz="2200"/>
          </a:p>
          <a:p>
            <a:pPr algn="ctr">
              <a:lnSpc>
                <a:spcPct val="100000"/>
              </a:lnSpc>
              <a:buNone/>
              <a:defRPr sz="2625" b="1">
                <a:solidFill>
                  <a:srgbClr val="000000"/>
                </a:solidFill>
                <a:latin typeface="Arial"/>
                <a:ea typeface="Arial"/>
                <a:cs typeface="Arial"/>
              </a:defRPr>
            </a:pPr>
            <a:r>
              <a:rPr sz="2625" b="1">
                <a:solidFill>
                  <a:srgbClr val="000000"/>
                </a:solidFill>
                <a:latin typeface="Arial"/>
                <a:ea typeface="Arial"/>
                <a:cs typeface="Arial"/>
              </a:rPr>
              <a:t>for Whole-Body Locomotion Control</a:t>
            </a:r>
            <a:endParaRPr sz="2200"/>
          </a:p>
        </p:txBody>
      </p:sp>
      <p:sp>
        <p:nvSpPr>
          <p:cNvPr id="12" name="Line 12">
            <a:extLst>
              <a:ext uri="{FF2B5EF4-FFF2-40B4-BE49-F238E27FC236}">
                <a16:creationId xmlns:a16="http://schemas.microsoft.com/office/drawing/2014/main" id="{5D3B04F2-A322-4D74-B52F-6FDC6BC901BE}"/>
              </a:ext>
            </a:extLst>
          </p:cNvPr>
          <p:cNvSpPr>
            <a:spLocks noGrp="1"/>
          </p:cNvSpPr>
          <p:nvPr/>
        </p:nvSpPr>
        <p:spPr>
          <a:xfrm>
            <a:off x="782666" y="2430653"/>
            <a:ext cx="7532176" cy="9267"/>
          </a:xfrm>
          <a:prstGeom prst="line">
            <a:avLst/>
          </a:prstGeom>
          <a:noFill/>
          <a:ln w="63500">
            <a:solidFill>
              <a:srgbClr val="7030A0"/>
            </a:solidFill>
            <a:miter/>
          </a:ln>
        </p:spPr>
        <p:txBody>
          <a:bodyPr wrap="none"/>
          <a:lstStyle/>
          <a:p>
            <a:pPr>
              <a:buNone/>
            </a:pPr>
            <a:endParaRPr>
              <a:solidFill>
                <a:srgbClr val="000000"/>
              </a:solidFill>
            </a:endParaRPr>
          </a:p>
        </p:txBody>
      </p:sp>
      <p:pic>
        <p:nvPicPr>
          <p:cNvPr id="7" name="Picture 6">
            <a:extLst>
              <a:ext uri="{FF2B5EF4-FFF2-40B4-BE49-F238E27FC236}">
                <a16:creationId xmlns:a16="http://schemas.microsoft.com/office/drawing/2014/main" id="{3F41BD50-9C81-4662-B1B6-9DC4A9642111}"/>
              </a:ext>
            </a:extLst>
          </p:cNvPr>
          <p:cNvPicPr>
            <a:picLocks noChangeAspect="1"/>
          </p:cNvPicPr>
          <p:nvPr/>
        </p:nvPicPr>
        <p:blipFill>
          <a:blip r:embed="rId3"/>
          <a:srcRect/>
          <a:stretch>
            <a:fillRect/>
          </a:stretch>
        </p:blipFill>
        <p:spPr>
          <a:xfrm>
            <a:off x="4054551" y="3710394"/>
            <a:ext cx="1034895" cy="1034895"/>
          </a:xfrm>
          <a:prstGeom prst="rect">
            <a:avLst/>
          </a:prstGeom>
        </p:spPr>
      </p:pic>
      <p:pic>
        <p:nvPicPr>
          <p:cNvPr id="2" name="LNS Group logo from original FlyGM presentation">
            <a:extLst>
              <a:ext uri="{FF2B5EF4-FFF2-40B4-BE49-F238E27FC236}">
                <a16:creationId xmlns:a16="http://schemas.microsoft.com/office/drawing/2014/main" id="{31343266-30C5-4D0B-B74C-F5C359875C74}"/>
              </a:ext>
            </a:extLst>
          </p:cNvPr>
          <p:cNvPicPr>
            <a:picLocks noChangeAspect="1"/>
          </p:cNvPicPr>
          <p:nvPr/>
        </p:nvPicPr>
        <p:blipFill>
          <a:blip r:embed="rId4"/>
          <a:stretch>
            <a:fillRect/>
          </a:stretch>
        </p:blipFill>
        <p:spPr>
          <a:xfrm>
            <a:off x="7077075" y="4648200"/>
            <a:ext cx="1428750" cy="355860"/>
          </a:xfrm>
          <a:prstGeom prst="rect">
            <a:avLst/>
          </a:prstGeom>
        </p:spPr>
      </p:pic>
      <p:sp>
        <p:nvSpPr>
          <p:cNvPr id="11266" name="Zehao Jin, Yaoye Zhu, Chen Zhang, Yanan Sui">
            <a:extLst>
              <a:ext uri="{FF2B5EF4-FFF2-40B4-BE49-F238E27FC236}">
                <a16:creationId xmlns:a16="http://schemas.microsoft.com/office/drawing/2014/main" id="{3C91E3CA-981D-4888-9102-5FBBD50DDC18}"/>
              </a:ext>
            </a:extLst>
          </p:cNvPr>
          <p:cNvSpPr>
            <a:spLocks noGrp="1"/>
          </p:cNvSpPr>
          <p:nvPr/>
        </p:nvSpPr>
        <p:spPr>
          <a:xfrm>
            <a:off x="571500" y="2714625"/>
            <a:ext cx="8001000" cy="400050"/>
          </a:xfrm>
          <a:prstGeom prst="rect">
            <a:avLst/>
          </a:prstGeom>
          <a:noFill/>
          <a:ln w="0">
            <a:noFill/>
          </a:ln>
        </p:spPr>
        <p:txBody>
          <a:bodyPr wrap="square" lIns="0" tIns="0" rIns="0" bIns="0" anchor="ctr"/>
          <a:lstStyle>
            <a:defPPr algn="ctr">
              <a:defRPr sz="1875" b="0">
                <a:solidFill>
                  <a:srgbClr val="660874"/>
                </a:solidFill>
                <a:latin typeface="Arial"/>
                <a:ea typeface="Arial"/>
                <a:cs typeface="Arial"/>
              </a:defRPr>
            </a:defPPr>
            <a:lvl1pPr algn="ctr">
              <a:defRPr sz="1875" b="0">
                <a:solidFill>
                  <a:srgbClr val="660874"/>
                </a:solidFill>
                <a:latin typeface="Arial"/>
                <a:ea typeface="Arial"/>
                <a:cs typeface="Arial"/>
              </a:defRPr>
            </a:lvl1pPr>
            <a:lvl2pPr algn="ctr">
              <a:defRPr sz="1875" b="0">
                <a:solidFill>
                  <a:srgbClr val="660874"/>
                </a:solidFill>
                <a:latin typeface="Arial"/>
                <a:ea typeface="Arial"/>
                <a:cs typeface="Arial"/>
              </a:defRPr>
            </a:lvl2pPr>
            <a:lvl3pPr algn="ctr">
              <a:defRPr sz="1875" b="0">
                <a:solidFill>
                  <a:srgbClr val="660874"/>
                </a:solidFill>
                <a:latin typeface="Arial"/>
                <a:ea typeface="Arial"/>
                <a:cs typeface="Arial"/>
              </a:defRPr>
            </a:lvl3pPr>
            <a:lvl4pPr algn="ctr">
              <a:defRPr sz="1875" b="0">
                <a:solidFill>
                  <a:srgbClr val="660874"/>
                </a:solidFill>
                <a:latin typeface="Arial"/>
                <a:ea typeface="Arial"/>
                <a:cs typeface="Arial"/>
              </a:defRPr>
            </a:lvl4pPr>
            <a:lvl5pPr algn="ctr">
              <a:defRPr sz="1875" b="0">
                <a:solidFill>
                  <a:srgbClr val="660874"/>
                </a:solidFill>
                <a:latin typeface="Arial"/>
                <a:ea typeface="Arial"/>
                <a:cs typeface="Arial"/>
              </a:defRPr>
            </a:lvl5pPr>
            <a:lvl6pPr algn="ctr">
              <a:defRPr sz="1875" b="0">
                <a:solidFill>
                  <a:srgbClr val="660874"/>
                </a:solidFill>
                <a:latin typeface="Arial"/>
                <a:ea typeface="Arial"/>
                <a:cs typeface="Arial"/>
              </a:defRPr>
            </a:lvl6pPr>
            <a:lvl7pPr algn="ctr">
              <a:defRPr sz="1875" b="0">
                <a:solidFill>
                  <a:srgbClr val="660874"/>
                </a:solidFill>
                <a:latin typeface="Arial"/>
                <a:ea typeface="Arial"/>
                <a:cs typeface="Arial"/>
              </a:defRPr>
            </a:lvl7pPr>
            <a:lvl8pPr algn="ctr">
              <a:defRPr sz="1875" b="0">
                <a:solidFill>
                  <a:srgbClr val="660874"/>
                </a:solidFill>
                <a:latin typeface="Arial"/>
                <a:ea typeface="Arial"/>
                <a:cs typeface="Arial"/>
              </a:defRPr>
            </a:lvl8pPr>
            <a:lvl9pPr algn="ctr">
              <a:defRPr sz="1875" b="0">
                <a:solidFill>
                  <a:srgbClr val="660874"/>
                </a:solidFill>
                <a:latin typeface="Arial"/>
                <a:ea typeface="Arial"/>
                <a:cs typeface="Arial"/>
              </a:defRPr>
            </a:lvl9pPr>
          </a:lstStyle>
          <a:p>
            <a:pPr algn="ctr">
              <a:defRPr sz="1875" b="0">
                <a:solidFill>
                  <a:srgbClr val="660874"/>
                </a:solidFill>
                <a:latin typeface="Arial"/>
                <a:ea typeface="Arial"/>
                <a:cs typeface="Arial"/>
              </a:defRPr>
            </a:pPr>
            <a:r>
              <a:rPr sz="1875" b="0">
                <a:solidFill>
                  <a:srgbClr val="660874"/>
                </a:solidFill>
                <a:latin typeface="Arial"/>
                <a:ea typeface="Arial"/>
                <a:cs typeface="Arial"/>
              </a:rPr>
              <a:t>Zehao Jin, Yaoye Zhu, Chen Zhang, Yanan Sui</a:t>
            </a:r>
          </a:p>
        </p:txBody>
      </p:sp>
      <p:sp>
        <p:nvSpPr>
          <p:cNvPr id="11267" name="AIAS+ 2026">
            <a:extLst>
              <a:ext uri="{FF2B5EF4-FFF2-40B4-BE49-F238E27FC236}">
                <a16:creationId xmlns:a16="http://schemas.microsoft.com/office/drawing/2014/main" id="{F9DAE7DA-CA40-4917-ABFC-CF831D771596}"/>
              </a:ext>
            </a:extLst>
          </p:cNvPr>
          <p:cNvSpPr>
            <a:spLocks noGrp="1"/>
          </p:cNvSpPr>
          <p:nvPr/>
        </p:nvSpPr>
        <p:spPr>
          <a:xfrm>
            <a:off x="571500" y="3209925"/>
            <a:ext cx="8001000" cy="333375"/>
          </a:xfrm>
          <a:prstGeom prst="rect">
            <a:avLst/>
          </a:prstGeom>
          <a:noFill/>
          <a:ln w="0">
            <a:noFill/>
          </a:ln>
        </p:spPr>
        <p:txBody>
          <a:bodyPr wrap="square" lIns="0" tIns="0" rIns="0" bIns="0" anchor="ctr"/>
          <a:lstStyle>
            <a:defPPr algn="ctr">
              <a:defRPr sz="1875" b="0">
                <a:solidFill>
                  <a:srgbClr val="660874"/>
                </a:solidFill>
                <a:latin typeface="Arial"/>
                <a:ea typeface="Arial"/>
                <a:cs typeface="Arial"/>
              </a:defRPr>
            </a:defPPr>
            <a:lvl1pPr algn="ctr">
              <a:defRPr sz="1875" b="0">
                <a:solidFill>
                  <a:srgbClr val="660874"/>
                </a:solidFill>
                <a:latin typeface="Arial"/>
                <a:ea typeface="Arial"/>
                <a:cs typeface="Arial"/>
              </a:defRPr>
            </a:lvl1pPr>
            <a:lvl2pPr algn="ctr">
              <a:defRPr sz="1875" b="0">
                <a:solidFill>
                  <a:srgbClr val="660874"/>
                </a:solidFill>
                <a:latin typeface="Arial"/>
                <a:ea typeface="Arial"/>
                <a:cs typeface="Arial"/>
              </a:defRPr>
            </a:lvl2pPr>
            <a:lvl3pPr algn="ctr">
              <a:defRPr sz="1875" b="0">
                <a:solidFill>
                  <a:srgbClr val="660874"/>
                </a:solidFill>
                <a:latin typeface="Arial"/>
                <a:ea typeface="Arial"/>
                <a:cs typeface="Arial"/>
              </a:defRPr>
            </a:lvl3pPr>
            <a:lvl4pPr algn="ctr">
              <a:defRPr sz="1875" b="0">
                <a:solidFill>
                  <a:srgbClr val="660874"/>
                </a:solidFill>
                <a:latin typeface="Arial"/>
                <a:ea typeface="Arial"/>
                <a:cs typeface="Arial"/>
              </a:defRPr>
            </a:lvl4pPr>
            <a:lvl5pPr algn="ctr">
              <a:defRPr sz="1875" b="0">
                <a:solidFill>
                  <a:srgbClr val="660874"/>
                </a:solidFill>
                <a:latin typeface="Arial"/>
                <a:ea typeface="Arial"/>
                <a:cs typeface="Arial"/>
              </a:defRPr>
            </a:lvl5pPr>
            <a:lvl6pPr algn="ctr">
              <a:defRPr sz="1875" b="0">
                <a:solidFill>
                  <a:srgbClr val="660874"/>
                </a:solidFill>
                <a:latin typeface="Arial"/>
                <a:ea typeface="Arial"/>
                <a:cs typeface="Arial"/>
              </a:defRPr>
            </a:lvl6pPr>
            <a:lvl7pPr algn="ctr">
              <a:defRPr sz="1875" b="0">
                <a:solidFill>
                  <a:srgbClr val="660874"/>
                </a:solidFill>
                <a:latin typeface="Arial"/>
                <a:ea typeface="Arial"/>
                <a:cs typeface="Arial"/>
              </a:defRPr>
            </a:lvl7pPr>
            <a:lvl8pPr algn="ctr">
              <a:defRPr sz="1875" b="0">
                <a:solidFill>
                  <a:srgbClr val="660874"/>
                </a:solidFill>
                <a:latin typeface="Arial"/>
                <a:ea typeface="Arial"/>
                <a:cs typeface="Arial"/>
              </a:defRPr>
            </a:lvl8pPr>
            <a:lvl9pPr algn="ctr">
              <a:defRPr sz="1875" b="0">
                <a:solidFill>
                  <a:srgbClr val="660874"/>
                </a:solidFill>
                <a:latin typeface="Arial"/>
                <a:ea typeface="Arial"/>
                <a:cs typeface="Arial"/>
              </a:defRPr>
            </a:lvl9pPr>
          </a:lstStyle>
          <a:p>
            <a:pPr algn="ctr">
              <a:defRPr sz="1875" b="0">
                <a:solidFill>
                  <a:srgbClr val="660874"/>
                </a:solidFill>
                <a:latin typeface="Arial"/>
                <a:ea typeface="Arial"/>
                <a:cs typeface="Arial"/>
              </a:defRPr>
            </a:pPr>
            <a:r>
              <a:rPr sz="1875" b="0">
                <a:solidFill>
                  <a:srgbClr val="660874"/>
                </a:solidFill>
                <a:latin typeface="Arial"/>
                <a:ea typeface="Arial"/>
                <a:cs typeface="Arial"/>
              </a:rPr>
              <a:t>AIAS+ 2026</a:t>
            </a:r>
          </a:p>
        </p:txBody>
      </p:sp>
      <p:pic>
        <p:nvPicPr>
          <p:cNvPr id="12000" name="LNS Group QR — https://lnsgroup.cc">
            <a:extLst>
              <a:ext uri="{FF2B5EF4-FFF2-40B4-BE49-F238E27FC236}">
                <a16:creationId xmlns:a16="http://schemas.microsoft.com/office/drawing/2014/main" id="{31343266-30C5-4D0B-B74C-F5C359875C74}"/>
              </a:ext>
            </a:extLst>
          </p:cNvPr>
          <p:cNvPicPr>
            <a:picLocks noChangeAspect="1"/>
          </p:cNvPicPr>
          <p:nvPr/>
        </p:nvPicPr>
        <p:blipFill>
          <a:blip r:embed="rId5"/>
          <a:stretch>
            <a:fillRect/>
          </a:stretch>
        </p:blipFill>
        <p:spPr>
          <a:xfrm>
            <a:off x="7362825" y="3714750"/>
            <a:ext cx="857250" cy="857250"/>
          </a:xfrm>
          <a:prstGeom prst="rect">
            <a:avLst/>
          </a:prstGeom>
        </p:spPr>
      </p:pic>
    </p:spTree>
    <p:extLst>
      <p:ext uri="{BB962C8B-B14F-4D97-AF65-F5344CB8AC3E}">
        <p14:creationId xmlns:p14="http://schemas.microsoft.com/office/powerpoint/2010/main" val="3332555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yWire maps an adult fly brain">
            <a:extLst>
              <a:ext uri="{FF2B5EF4-FFF2-40B4-BE49-F238E27FC236}">
                <a16:creationId xmlns:a16="http://schemas.microsoft.com/office/drawing/2014/main" id="{F22E44ED-F856-45F6-9926-009F5287F19E}"/>
              </a:ext>
            </a:extLst>
          </p:cNvPr>
          <p:cNvSpPr>
            <a:spLocks noGrp="1"/>
          </p:cNvSpPr>
          <p:nvPr/>
        </p:nvSpPr>
        <p:spPr>
          <a:xfrm>
            <a:off x="381000" y="133350"/>
            <a:ext cx="8382000" cy="552450"/>
          </a:xfrm>
          <a:prstGeom prst="rect">
            <a:avLst/>
          </a:prstGeom>
          <a:noFill/>
          <a:ln w="0">
            <a:noFill/>
          </a:ln>
        </p:spPr>
        <p:txBody>
          <a:bodyPr wrap="square" lIns="0" tIns="0" rIns="0" bIns="0" anchor="ctr"/>
          <a:lstStyle>
            <a:defPPr algn="ctr">
              <a:defRPr sz="2700" b="0">
                <a:solidFill>
                  <a:srgbClr val="660874"/>
                </a:solidFill>
                <a:latin typeface="Arial"/>
                <a:ea typeface="Arial"/>
                <a:cs typeface="Arial"/>
              </a:defRPr>
            </a:defPPr>
            <a:lvl1pPr algn="ctr">
              <a:defRPr sz="2700" b="0">
                <a:solidFill>
                  <a:srgbClr val="660874"/>
                </a:solidFill>
                <a:latin typeface="Arial"/>
                <a:ea typeface="Arial"/>
                <a:cs typeface="Arial"/>
              </a:defRPr>
            </a:lvl1pPr>
            <a:lvl2pPr algn="ctr">
              <a:defRPr sz="2700" b="0">
                <a:solidFill>
                  <a:srgbClr val="660874"/>
                </a:solidFill>
                <a:latin typeface="Arial"/>
                <a:ea typeface="Arial"/>
                <a:cs typeface="Arial"/>
              </a:defRPr>
            </a:lvl2pPr>
            <a:lvl3pPr algn="ctr">
              <a:defRPr sz="2700" b="0">
                <a:solidFill>
                  <a:srgbClr val="660874"/>
                </a:solidFill>
                <a:latin typeface="Arial"/>
                <a:ea typeface="Arial"/>
                <a:cs typeface="Arial"/>
              </a:defRPr>
            </a:lvl3pPr>
            <a:lvl4pPr algn="ctr">
              <a:defRPr sz="2700" b="0">
                <a:solidFill>
                  <a:srgbClr val="660874"/>
                </a:solidFill>
                <a:latin typeface="Arial"/>
                <a:ea typeface="Arial"/>
                <a:cs typeface="Arial"/>
              </a:defRPr>
            </a:lvl4pPr>
            <a:lvl5pPr algn="ctr">
              <a:defRPr sz="2700" b="0">
                <a:solidFill>
                  <a:srgbClr val="660874"/>
                </a:solidFill>
                <a:latin typeface="Arial"/>
                <a:ea typeface="Arial"/>
                <a:cs typeface="Arial"/>
              </a:defRPr>
            </a:lvl5pPr>
            <a:lvl6pPr algn="ctr">
              <a:defRPr sz="2700" b="0">
                <a:solidFill>
                  <a:srgbClr val="660874"/>
                </a:solidFill>
                <a:latin typeface="Arial"/>
                <a:ea typeface="Arial"/>
                <a:cs typeface="Arial"/>
              </a:defRPr>
            </a:lvl6pPr>
            <a:lvl7pPr algn="ctr">
              <a:defRPr sz="2700" b="0">
                <a:solidFill>
                  <a:srgbClr val="660874"/>
                </a:solidFill>
                <a:latin typeface="Arial"/>
                <a:ea typeface="Arial"/>
                <a:cs typeface="Arial"/>
              </a:defRPr>
            </a:lvl7pPr>
            <a:lvl8pPr algn="ctr">
              <a:defRPr sz="2700" b="0">
                <a:solidFill>
                  <a:srgbClr val="660874"/>
                </a:solidFill>
                <a:latin typeface="Arial"/>
                <a:ea typeface="Arial"/>
                <a:cs typeface="Arial"/>
              </a:defRPr>
            </a:lvl8pPr>
            <a:lvl9pPr algn="ctr">
              <a:defRPr sz="2700" b="0">
                <a:solidFill>
                  <a:srgbClr val="660874"/>
                </a:solidFill>
                <a:latin typeface="Arial"/>
                <a:ea typeface="Arial"/>
                <a:cs typeface="Arial"/>
              </a:defRPr>
            </a:lvl9pPr>
          </a:lstStyle>
          <a:p>
            <a:pPr algn="ctr">
              <a:defRPr sz="2700" b="0">
                <a:solidFill>
                  <a:srgbClr val="660874"/>
                </a:solidFill>
                <a:latin typeface="Arial"/>
                <a:ea typeface="Arial"/>
                <a:cs typeface="Arial"/>
              </a:defRPr>
            </a:pPr>
            <a:r>
              <a:rPr sz="2700" b="0">
                <a:solidFill>
                  <a:srgbClr val="660874"/>
                </a:solidFill>
                <a:latin typeface="Arial"/>
                <a:ea typeface="Arial"/>
                <a:cs typeface="Arial"/>
              </a:rPr>
              <a:t>FlyWire maps an adult fly brain</a:t>
            </a:r>
          </a:p>
        </p:txBody>
      </p:sp>
      <p:sp>
        <p:nvSpPr>
          <p:cNvPr id="2" name="2">
            <a:extLst>
              <a:ext uri="{FF2B5EF4-FFF2-40B4-BE49-F238E27FC236}">
                <a16:creationId xmlns:a16="http://schemas.microsoft.com/office/drawing/2014/main" id="{3CF14CBE-7EB3-4E04-AB2F-8A5BDE25C136}"/>
              </a:ext>
            </a:extLst>
          </p:cNvPr>
          <p:cNvSpPr>
            <a:spLocks noGrp="1"/>
          </p:cNvSpPr>
          <p:nvPr/>
        </p:nvSpPr>
        <p:spPr>
          <a:xfrm>
            <a:off x="8477250" y="4829175"/>
            <a:ext cx="523875" cy="228600"/>
          </a:xfrm>
          <a:prstGeom prst="rect">
            <a:avLst/>
          </a:prstGeom>
          <a:noFill/>
          <a:ln w="0">
            <a:noFill/>
          </a:ln>
        </p:spPr>
        <p:txBody>
          <a:bodyPr wrap="square" lIns="0" tIns="0" rIns="0" bIns="0" anchor="ctr"/>
          <a:lstStyle>
            <a:defPPr algn="l">
              <a:defRPr sz="975" b="0">
                <a:solidFill>
                  <a:srgbClr val="898989"/>
                </a:solidFill>
                <a:latin typeface="Arial"/>
                <a:ea typeface="Arial"/>
                <a:cs typeface="Arial"/>
              </a:defRPr>
            </a:defPPr>
            <a:lvl1pPr algn="l">
              <a:defRPr sz="975" b="0">
                <a:solidFill>
                  <a:srgbClr val="898989"/>
                </a:solidFill>
                <a:latin typeface="Arial"/>
                <a:ea typeface="Arial"/>
                <a:cs typeface="Arial"/>
              </a:defRPr>
            </a:lvl1pPr>
            <a:lvl2pPr algn="l">
              <a:defRPr sz="975" b="0">
                <a:solidFill>
                  <a:srgbClr val="898989"/>
                </a:solidFill>
                <a:latin typeface="Arial"/>
                <a:ea typeface="Arial"/>
                <a:cs typeface="Arial"/>
              </a:defRPr>
            </a:lvl2pPr>
            <a:lvl3pPr algn="l">
              <a:defRPr sz="975" b="0">
                <a:solidFill>
                  <a:srgbClr val="898989"/>
                </a:solidFill>
                <a:latin typeface="Arial"/>
                <a:ea typeface="Arial"/>
                <a:cs typeface="Arial"/>
              </a:defRPr>
            </a:lvl3pPr>
            <a:lvl4pPr algn="l">
              <a:defRPr sz="975" b="0">
                <a:solidFill>
                  <a:srgbClr val="898989"/>
                </a:solidFill>
                <a:latin typeface="Arial"/>
                <a:ea typeface="Arial"/>
                <a:cs typeface="Arial"/>
              </a:defRPr>
            </a:lvl4pPr>
            <a:lvl5pPr algn="l">
              <a:defRPr sz="975" b="0">
                <a:solidFill>
                  <a:srgbClr val="898989"/>
                </a:solidFill>
                <a:latin typeface="Arial"/>
                <a:ea typeface="Arial"/>
                <a:cs typeface="Arial"/>
              </a:defRPr>
            </a:lvl5pPr>
            <a:lvl6pPr algn="l">
              <a:defRPr sz="975" b="0">
                <a:solidFill>
                  <a:srgbClr val="898989"/>
                </a:solidFill>
                <a:latin typeface="Arial"/>
                <a:ea typeface="Arial"/>
                <a:cs typeface="Arial"/>
              </a:defRPr>
            </a:lvl6pPr>
            <a:lvl7pPr algn="l">
              <a:defRPr sz="975" b="0">
                <a:solidFill>
                  <a:srgbClr val="898989"/>
                </a:solidFill>
                <a:latin typeface="Arial"/>
                <a:ea typeface="Arial"/>
                <a:cs typeface="Arial"/>
              </a:defRPr>
            </a:lvl7pPr>
            <a:lvl8pPr algn="l">
              <a:defRPr sz="975" b="0">
                <a:solidFill>
                  <a:srgbClr val="898989"/>
                </a:solidFill>
                <a:latin typeface="Arial"/>
                <a:ea typeface="Arial"/>
                <a:cs typeface="Arial"/>
              </a:defRPr>
            </a:lvl8pPr>
            <a:lvl9pPr algn="l">
              <a:defRPr sz="975" b="0">
                <a:solidFill>
                  <a:srgbClr val="898989"/>
                </a:solidFill>
                <a:latin typeface="Arial"/>
                <a:ea typeface="Arial"/>
                <a:cs typeface="Arial"/>
              </a:defRPr>
            </a:lvl9pPr>
          </a:lstStyle>
          <a:p>
            <a:pPr algn="l">
              <a:defRPr sz="975" b="0">
                <a:solidFill>
                  <a:srgbClr val="898989"/>
                </a:solidFill>
                <a:latin typeface="Arial"/>
                <a:ea typeface="Arial"/>
                <a:cs typeface="Arial"/>
              </a:defRPr>
            </a:pPr>
            <a:r>
              <a:rPr sz="975" b="0">
                <a:solidFill>
                  <a:srgbClr val="898989"/>
                </a:solidFill>
                <a:latin typeface="Arial"/>
                <a:ea typeface="Arial"/>
                <a:cs typeface="Arial"/>
              </a:rPr>
              <a:t>2</a:t>
            </a:r>
          </a:p>
        </p:txBody>
      </p:sp>
      <p:pic>
        <p:nvPicPr>
          <p:cNvPr id="3" name="Picture 2">
            <a:extLst>
              <a:ext uri="{FF2B5EF4-FFF2-40B4-BE49-F238E27FC236}">
                <a16:creationId xmlns:a16="http://schemas.microsoft.com/office/drawing/2014/main" id="{B0C80693-4754-4A48-9F38-3D071EF2A5BB}"/>
              </a:ext>
            </a:extLst>
          </p:cNvPr>
          <p:cNvPicPr>
            <a:picLocks noChangeAspect="1"/>
          </p:cNvPicPr>
          <p:nvPr/>
        </p:nvPicPr>
        <p:blipFill>
          <a:blip r:embed="rId3"/>
          <a:stretch/>
        </p:blipFill>
        <p:spPr>
          <a:xfrm>
            <a:off x="1153478" y="1181100"/>
            <a:ext cx="3169920" cy="2476500"/>
          </a:xfrm>
          <a:prstGeom prst="rect">
            <a:avLst/>
          </a:prstGeom>
        </p:spPr>
      </p:pic>
      <p:sp>
        <p:nvSpPr>
          <p:cNvPr id="4" name="139,255">
            <a:extLst>
              <a:ext uri="{FF2B5EF4-FFF2-40B4-BE49-F238E27FC236}">
                <a16:creationId xmlns:a16="http://schemas.microsoft.com/office/drawing/2014/main" id="{BCF02278-C804-4194-9D8B-7CDF465D8119}"/>
              </a:ext>
            </a:extLst>
          </p:cNvPr>
          <p:cNvSpPr>
            <a:spLocks noGrp="1"/>
          </p:cNvSpPr>
          <p:nvPr/>
        </p:nvSpPr>
        <p:spPr>
          <a:xfrm>
            <a:off x="5381625" y="1000125"/>
            <a:ext cx="3238500" cy="619125"/>
          </a:xfrm>
          <a:prstGeom prst="rect">
            <a:avLst/>
          </a:prstGeom>
          <a:noFill/>
          <a:ln w="0">
            <a:noFill/>
          </a:ln>
        </p:spPr>
        <p:txBody>
          <a:bodyPr wrap="square" lIns="0" tIns="0" rIns="0" bIns="0" anchor="ctr"/>
          <a:lstStyle>
            <a:defPPr algn="l">
              <a:defRPr sz="4050" b="1">
                <a:solidFill>
                  <a:srgbClr val="660874"/>
                </a:solidFill>
                <a:latin typeface="Arial"/>
                <a:ea typeface="Arial"/>
                <a:cs typeface="Arial"/>
              </a:defRPr>
            </a:defPPr>
            <a:lvl1pPr algn="l">
              <a:defRPr sz="4050" b="1">
                <a:solidFill>
                  <a:srgbClr val="660874"/>
                </a:solidFill>
                <a:latin typeface="Arial"/>
                <a:ea typeface="Arial"/>
                <a:cs typeface="Arial"/>
              </a:defRPr>
            </a:lvl1pPr>
            <a:lvl2pPr algn="l">
              <a:defRPr sz="4050" b="1">
                <a:solidFill>
                  <a:srgbClr val="660874"/>
                </a:solidFill>
                <a:latin typeface="Arial"/>
                <a:ea typeface="Arial"/>
                <a:cs typeface="Arial"/>
              </a:defRPr>
            </a:lvl2pPr>
            <a:lvl3pPr algn="l">
              <a:defRPr sz="4050" b="1">
                <a:solidFill>
                  <a:srgbClr val="660874"/>
                </a:solidFill>
                <a:latin typeface="Arial"/>
                <a:ea typeface="Arial"/>
                <a:cs typeface="Arial"/>
              </a:defRPr>
            </a:lvl3pPr>
            <a:lvl4pPr algn="l">
              <a:defRPr sz="4050" b="1">
                <a:solidFill>
                  <a:srgbClr val="660874"/>
                </a:solidFill>
                <a:latin typeface="Arial"/>
                <a:ea typeface="Arial"/>
                <a:cs typeface="Arial"/>
              </a:defRPr>
            </a:lvl4pPr>
            <a:lvl5pPr algn="l">
              <a:defRPr sz="4050" b="1">
                <a:solidFill>
                  <a:srgbClr val="660874"/>
                </a:solidFill>
                <a:latin typeface="Arial"/>
                <a:ea typeface="Arial"/>
                <a:cs typeface="Arial"/>
              </a:defRPr>
            </a:lvl5pPr>
            <a:lvl6pPr algn="l">
              <a:defRPr sz="4050" b="1">
                <a:solidFill>
                  <a:srgbClr val="660874"/>
                </a:solidFill>
                <a:latin typeface="Arial"/>
                <a:ea typeface="Arial"/>
                <a:cs typeface="Arial"/>
              </a:defRPr>
            </a:lvl6pPr>
            <a:lvl7pPr algn="l">
              <a:defRPr sz="4050" b="1">
                <a:solidFill>
                  <a:srgbClr val="660874"/>
                </a:solidFill>
                <a:latin typeface="Arial"/>
                <a:ea typeface="Arial"/>
                <a:cs typeface="Arial"/>
              </a:defRPr>
            </a:lvl7pPr>
            <a:lvl8pPr algn="l">
              <a:defRPr sz="4050" b="1">
                <a:solidFill>
                  <a:srgbClr val="660874"/>
                </a:solidFill>
                <a:latin typeface="Arial"/>
                <a:ea typeface="Arial"/>
                <a:cs typeface="Arial"/>
              </a:defRPr>
            </a:lvl8pPr>
            <a:lvl9pPr algn="l">
              <a:defRPr sz="4050" b="1">
                <a:solidFill>
                  <a:srgbClr val="660874"/>
                </a:solidFill>
                <a:latin typeface="Arial"/>
                <a:ea typeface="Arial"/>
                <a:cs typeface="Arial"/>
              </a:defRPr>
            </a:lvl9pPr>
          </a:lstStyle>
          <a:p>
            <a:pPr algn="l">
              <a:defRPr sz="4050" b="1">
                <a:solidFill>
                  <a:srgbClr val="660874"/>
                </a:solidFill>
                <a:latin typeface="Arial"/>
                <a:ea typeface="Arial"/>
                <a:cs typeface="Arial"/>
              </a:defRPr>
            </a:pPr>
            <a:r>
              <a:rPr sz="4050" b="1">
                <a:solidFill>
                  <a:srgbClr val="660874"/>
                </a:solidFill>
                <a:latin typeface="Arial"/>
                <a:ea typeface="Arial"/>
                <a:cs typeface="Arial"/>
              </a:rPr>
              <a:t>139,255</a:t>
            </a:r>
          </a:p>
        </p:txBody>
      </p:sp>
      <p:sp>
        <p:nvSpPr>
          <p:cNvPr id="5" name="neurons">
            <a:extLst>
              <a:ext uri="{FF2B5EF4-FFF2-40B4-BE49-F238E27FC236}">
                <a16:creationId xmlns:a16="http://schemas.microsoft.com/office/drawing/2014/main" id="{8B8A8564-56FE-4E83-8097-A92B0546C256}"/>
              </a:ext>
            </a:extLst>
          </p:cNvPr>
          <p:cNvSpPr>
            <a:spLocks noGrp="1"/>
          </p:cNvSpPr>
          <p:nvPr/>
        </p:nvSpPr>
        <p:spPr>
          <a:xfrm>
            <a:off x="5410200" y="1619250"/>
            <a:ext cx="2857500" cy="342900"/>
          </a:xfrm>
          <a:prstGeom prst="rect">
            <a:avLst/>
          </a:prstGeom>
          <a:noFill/>
          <a:ln w="0">
            <a:noFill/>
          </a:ln>
        </p:spPr>
        <p:txBody>
          <a:bodyPr wrap="square" lIns="0" tIns="0" rIns="0" bIns="0" anchor="ctr"/>
          <a:lstStyle>
            <a:defPPr algn="l">
              <a:defRPr sz="2100" b="0">
                <a:solidFill>
                  <a:srgbClr val="222222"/>
                </a:solidFill>
                <a:latin typeface="Arial"/>
                <a:ea typeface="Arial"/>
                <a:cs typeface="Arial"/>
              </a:defRPr>
            </a:defPPr>
            <a:lvl1pPr algn="l">
              <a:defRPr sz="2100" b="0">
                <a:solidFill>
                  <a:srgbClr val="222222"/>
                </a:solidFill>
                <a:latin typeface="Arial"/>
                <a:ea typeface="Arial"/>
                <a:cs typeface="Arial"/>
              </a:defRPr>
            </a:lvl1pPr>
            <a:lvl2pPr algn="l">
              <a:defRPr sz="2100" b="0">
                <a:solidFill>
                  <a:srgbClr val="222222"/>
                </a:solidFill>
                <a:latin typeface="Arial"/>
                <a:ea typeface="Arial"/>
                <a:cs typeface="Arial"/>
              </a:defRPr>
            </a:lvl2pPr>
            <a:lvl3pPr algn="l">
              <a:defRPr sz="2100" b="0">
                <a:solidFill>
                  <a:srgbClr val="222222"/>
                </a:solidFill>
                <a:latin typeface="Arial"/>
                <a:ea typeface="Arial"/>
                <a:cs typeface="Arial"/>
              </a:defRPr>
            </a:lvl3pPr>
            <a:lvl4pPr algn="l">
              <a:defRPr sz="2100" b="0">
                <a:solidFill>
                  <a:srgbClr val="222222"/>
                </a:solidFill>
                <a:latin typeface="Arial"/>
                <a:ea typeface="Arial"/>
                <a:cs typeface="Arial"/>
              </a:defRPr>
            </a:lvl4pPr>
            <a:lvl5pPr algn="l">
              <a:defRPr sz="2100" b="0">
                <a:solidFill>
                  <a:srgbClr val="222222"/>
                </a:solidFill>
                <a:latin typeface="Arial"/>
                <a:ea typeface="Arial"/>
                <a:cs typeface="Arial"/>
              </a:defRPr>
            </a:lvl5pPr>
            <a:lvl6pPr algn="l">
              <a:defRPr sz="2100" b="0">
                <a:solidFill>
                  <a:srgbClr val="222222"/>
                </a:solidFill>
                <a:latin typeface="Arial"/>
                <a:ea typeface="Arial"/>
                <a:cs typeface="Arial"/>
              </a:defRPr>
            </a:lvl6pPr>
            <a:lvl7pPr algn="l">
              <a:defRPr sz="2100" b="0">
                <a:solidFill>
                  <a:srgbClr val="222222"/>
                </a:solidFill>
                <a:latin typeface="Arial"/>
                <a:ea typeface="Arial"/>
                <a:cs typeface="Arial"/>
              </a:defRPr>
            </a:lvl7pPr>
            <a:lvl8pPr algn="l">
              <a:defRPr sz="2100" b="0">
                <a:solidFill>
                  <a:srgbClr val="222222"/>
                </a:solidFill>
                <a:latin typeface="Arial"/>
                <a:ea typeface="Arial"/>
                <a:cs typeface="Arial"/>
              </a:defRPr>
            </a:lvl8pPr>
            <a:lvl9pPr algn="l">
              <a:defRPr sz="2100" b="0">
                <a:solidFill>
                  <a:srgbClr val="222222"/>
                </a:solidFill>
                <a:latin typeface="Arial"/>
                <a:ea typeface="Arial"/>
                <a:cs typeface="Arial"/>
              </a:defRPr>
            </a:lvl9pPr>
          </a:lstStyle>
          <a:p>
            <a:pPr algn="l">
              <a:defRPr sz="2100" b="0">
                <a:solidFill>
                  <a:srgbClr val="222222"/>
                </a:solidFill>
                <a:latin typeface="Arial"/>
                <a:ea typeface="Arial"/>
                <a:cs typeface="Arial"/>
              </a:defRPr>
            </a:pPr>
            <a:r>
              <a:rPr sz="2100" b="0">
                <a:solidFill>
                  <a:srgbClr val="222222"/>
                </a:solidFill>
                <a:latin typeface="Arial"/>
                <a:ea typeface="Arial"/>
                <a:cs typeface="Arial"/>
              </a:rPr>
              <a:t>neurons</a:t>
            </a:r>
          </a:p>
        </p:txBody>
      </p:sp>
      <p:sp>
        <p:nvSpPr>
          <p:cNvPr id="6" name="54.5 million">
            <a:extLst>
              <a:ext uri="{FF2B5EF4-FFF2-40B4-BE49-F238E27FC236}">
                <a16:creationId xmlns:a16="http://schemas.microsoft.com/office/drawing/2014/main" id="{D2FECADB-084B-4221-A91B-DD293822A91A}"/>
              </a:ext>
            </a:extLst>
          </p:cNvPr>
          <p:cNvSpPr>
            <a:spLocks noGrp="1"/>
          </p:cNvSpPr>
          <p:nvPr/>
        </p:nvSpPr>
        <p:spPr>
          <a:xfrm>
            <a:off x="5381625" y="2200275"/>
            <a:ext cx="3333750" cy="619125"/>
          </a:xfrm>
          <a:prstGeom prst="rect">
            <a:avLst/>
          </a:prstGeom>
          <a:noFill/>
          <a:ln w="0">
            <a:noFill/>
          </a:ln>
        </p:spPr>
        <p:txBody>
          <a:bodyPr wrap="square" lIns="0" tIns="0" rIns="0" bIns="0" anchor="ctr"/>
          <a:lstStyle>
            <a:defPPr algn="l">
              <a:defRPr sz="3525" b="1">
                <a:solidFill>
                  <a:srgbClr val="660874"/>
                </a:solidFill>
                <a:latin typeface="Arial"/>
                <a:ea typeface="Arial"/>
                <a:cs typeface="Arial"/>
              </a:defRPr>
            </a:defPPr>
            <a:lvl1pPr algn="l">
              <a:defRPr sz="3525" b="1">
                <a:solidFill>
                  <a:srgbClr val="660874"/>
                </a:solidFill>
                <a:latin typeface="Arial"/>
                <a:ea typeface="Arial"/>
                <a:cs typeface="Arial"/>
              </a:defRPr>
            </a:lvl1pPr>
            <a:lvl2pPr algn="l">
              <a:defRPr sz="3525" b="1">
                <a:solidFill>
                  <a:srgbClr val="660874"/>
                </a:solidFill>
                <a:latin typeface="Arial"/>
                <a:ea typeface="Arial"/>
                <a:cs typeface="Arial"/>
              </a:defRPr>
            </a:lvl2pPr>
            <a:lvl3pPr algn="l">
              <a:defRPr sz="3525" b="1">
                <a:solidFill>
                  <a:srgbClr val="660874"/>
                </a:solidFill>
                <a:latin typeface="Arial"/>
                <a:ea typeface="Arial"/>
                <a:cs typeface="Arial"/>
              </a:defRPr>
            </a:lvl3pPr>
            <a:lvl4pPr algn="l">
              <a:defRPr sz="3525" b="1">
                <a:solidFill>
                  <a:srgbClr val="660874"/>
                </a:solidFill>
                <a:latin typeface="Arial"/>
                <a:ea typeface="Arial"/>
                <a:cs typeface="Arial"/>
              </a:defRPr>
            </a:lvl4pPr>
            <a:lvl5pPr algn="l">
              <a:defRPr sz="3525" b="1">
                <a:solidFill>
                  <a:srgbClr val="660874"/>
                </a:solidFill>
                <a:latin typeface="Arial"/>
                <a:ea typeface="Arial"/>
                <a:cs typeface="Arial"/>
              </a:defRPr>
            </a:lvl5pPr>
            <a:lvl6pPr algn="l">
              <a:defRPr sz="3525" b="1">
                <a:solidFill>
                  <a:srgbClr val="660874"/>
                </a:solidFill>
                <a:latin typeface="Arial"/>
                <a:ea typeface="Arial"/>
                <a:cs typeface="Arial"/>
              </a:defRPr>
            </a:lvl6pPr>
            <a:lvl7pPr algn="l">
              <a:defRPr sz="3525" b="1">
                <a:solidFill>
                  <a:srgbClr val="660874"/>
                </a:solidFill>
                <a:latin typeface="Arial"/>
                <a:ea typeface="Arial"/>
                <a:cs typeface="Arial"/>
              </a:defRPr>
            </a:lvl7pPr>
            <a:lvl8pPr algn="l">
              <a:defRPr sz="3525" b="1">
                <a:solidFill>
                  <a:srgbClr val="660874"/>
                </a:solidFill>
                <a:latin typeface="Arial"/>
                <a:ea typeface="Arial"/>
                <a:cs typeface="Arial"/>
              </a:defRPr>
            </a:lvl8pPr>
            <a:lvl9pPr algn="l">
              <a:defRPr sz="3525" b="1">
                <a:solidFill>
                  <a:srgbClr val="660874"/>
                </a:solidFill>
                <a:latin typeface="Arial"/>
                <a:ea typeface="Arial"/>
                <a:cs typeface="Arial"/>
              </a:defRPr>
            </a:lvl9pPr>
          </a:lstStyle>
          <a:p>
            <a:pPr algn="l">
              <a:defRPr sz="3525" b="1">
                <a:solidFill>
                  <a:srgbClr val="660874"/>
                </a:solidFill>
                <a:latin typeface="Arial"/>
                <a:ea typeface="Arial"/>
                <a:cs typeface="Arial"/>
              </a:defRPr>
            </a:pPr>
            <a:r>
              <a:rPr sz="3525" b="1">
                <a:solidFill>
                  <a:srgbClr val="660874"/>
                </a:solidFill>
                <a:latin typeface="Arial"/>
                <a:ea typeface="Arial"/>
                <a:cs typeface="Arial"/>
              </a:rPr>
              <a:t>54.5 million</a:t>
            </a:r>
          </a:p>
        </p:txBody>
      </p:sp>
      <p:sp>
        <p:nvSpPr>
          <p:cNvPr id="7" name="synapses">
            <a:extLst>
              <a:ext uri="{FF2B5EF4-FFF2-40B4-BE49-F238E27FC236}">
                <a16:creationId xmlns:a16="http://schemas.microsoft.com/office/drawing/2014/main" id="{D4A71116-09A4-4CAE-A0E5-01C8CC788DB7}"/>
              </a:ext>
            </a:extLst>
          </p:cNvPr>
          <p:cNvSpPr>
            <a:spLocks noGrp="1"/>
          </p:cNvSpPr>
          <p:nvPr/>
        </p:nvSpPr>
        <p:spPr>
          <a:xfrm>
            <a:off x="5410200" y="2819400"/>
            <a:ext cx="2857500" cy="342900"/>
          </a:xfrm>
          <a:prstGeom prst="rect">
            <a:avLst/>
          </a:prstGeom>
          <a:noFill/>
          <a:ln w="0">
            <a:noFill/>
          </a:ln>
        </p:spPr>
        <p:txBody>
          <a:bodyPr wrap="square" lIns="0" tIns="0" rIns="0" bIns="0" anchor="ctr"/>
          <a:lstStyle>
            <a:defPPr algn="l">
              <a:defRPr sz="2100" b="0">
                <a:solidFill>
                  <a:srgbClr val="222222"/>
                </a:solidFill>
                <a:latin typeface="Arial"/>
                <a:ea typeface="Arial"/>
                <a:cs typeface="Arial"/>
              </a:defRPr>
            </a:defPPr>
            <a:lvl1pPr algn="l">
              <a:defRPr sz="2100" b="0">
                <a:solidFill>
                  <a:srgbClr val="222222"/>
                </a:solidFill>
                <a:latin typeface="Arial"/>
                <a:ea typeface="Arial"/>
                <a:cs typeface="Arial"/>
              </a:defRPr>
            </a:lvl1pPr>
            <a:lvl2pPr algn="l">
              <a:defRPr sz="2100" b="0">
                <a:solidFill>
                  <a:srgbClr val="222222"/>
                </a:solidFill>
                <a:latin typeface="Arial"/>
                <a:ea typeface="Arial"/>
                <a:cs typeface="Arial"/>
              </a:defRPr>
            </a:lvl2pPr>
            <a:lvl3pPr algn="l">
              <a:defRPr sz="2100" b="0">
                <a:solidFill>
                  <a:srgbClr val="222222"/>
                </a:solidFill>
                <a:latin typeface="Arial"/>
                <a:ea typeface="Arial"/>
                <a:cs typeface="Arial"/>
              </a:defRPr>
            </a:lvl3pPr>
            <a:lvl4pPr algn="l">
              <a:defRPr sz="2100" b="0">
                <a:solidFill>
                  <a:srgbClr val="222222"/>
                </a:solidFill>
                <a:latin typeface="Arial"/>
                <a:ea typeface="Arial"/>
                <a:cs typeface="Arial"/>
              </a:defRPr>
            </a:lvl4pPr>
            <a:lvl5pPr algn="l">
              <a:defRPr sz="2100" b="0">
                <a:solidFill>
                  <a:srgbClr val="222222"/>
                </a:solidFill>
                <a:latin typeface="Arial"/>
                <a:ea typeface="Arial"/>
                <a:cs typeface="Arial"/>
              </a:defRPr>
            </a:lvl5pPr>
            <a:lvl6pPr algn="l">
              <a:defRPr sz="2100" b="0">
                <a:solidFill>
                  <a:srgbClr val="222222"/>
                </a:solidFill>
                <a:latin typeface="Arial"/>
                <a:ea typeface="Arial"/>
                <a:cs typeface="Arial"/>
              </a:defRPr>
            </a:lvl6pPr>
            <a:lvl7pPr algn="l">
              <a:defRPr sz="2100" b="0">
                <a:solidFill>
                  <a:srgbClr val="222222"/>
                </a:solidFill>
                <a:latin typeface="Arial"/>
                <a:ea typeface="Arial"/>
                <a:cs typeface="Arial"/>
              </a:defRPr>
            </a:lvl7pPr>
            <a:lvl8pPr algn="l">
              <a:defRPr sz="2100" b="0">
                <a:solidFill>
                  <a:srgbClr val="222222"/>
                </a:solidFill>
                <a:latin typeface="Arial"/>
                <a:ea typeface="Arial"/>
                <a:cs typeface="Arial"/>
              </a:defRPr>
            </a:lvl8pPr>
            <a:lvl9pPr algn="l">
              <a:defRPr sz="2100" b="0">
                <a:solidFill>
                  <a:srgbClr val="222222"/>
                </a:solidFill>
                <a:latin typeface="Arial"/>
                <a:ea typeface="Arial"/>
                <a:cs typeface="Arial"/>
              </a:defRPr>
            </a:lvl9pPr>
          </a:lstStyle>
          <a:p>
            <a:pPr algn="l">
              <a:defRPr sz="2100" b="0">
                <a:solidFill>
                  <a:srgbClr val="222222"/>
                </a:solidFill>
                <a:latin typeface="Arial"/>
                <a:ea typeface="Arial"/>
                <a:cs typeface="Arial"/>
              </a:defRPr>
            </a:pPr>
            <a:r>
              <a:rPr sz="2100" b="0">
                <a:solidFill>
                  <a:srgbClr val="222222"/>
                </a:solidFill>
                <a:latin typeface="Arial"/>
                <a:ea typeface="Arial"/>
                <a:cs typeface="Arial"/>
              </a:rPr>
              <a:t>synapses</a:t>
            </a:r>
          </a:p>
        </p:txBody>
      </p:sp>
      <p:sp>
        <p:nvSpPr>
          <p:cNvPr id="8" name="Connectome = neurons and their directed conne">
            <a:extLst>
              <a:ext uri="{FF2B5EF4-FFF2-40B4-BE49-F238E27FC236}">
                <a16:creationId xmlns:a16="http://schemas.microsoft.com/office/drawing/2014/main" id="{10A1EAF6-EA0B-40EF-8DE3-CE71F3D0C428}"/>
              </a:ext>
            </a:extLst>
          </p:cNvPr>
          <p:cNvSpPr>
            <a:spLocks noGrp="1"/>
          </p:cNvSpPr>
          <p:nvPr/>
        </p:nvSpPr>
        <p:spPr>
          <a:xfrm>
            <a:off x="666750" y="3905250"/>
            <a:ext cx="7810500" cy="457200"/>
          </a:xfrm>
          <a:prstGeom prst="rect">
            <a:avLst/>
          </a:prstGeom>
          <a:noFill/>
          <a:ln w="0">
            <a:noFill/>
          </a:ln>
        </p:spPr>
        <p:txBody>
          <a:bodyPr wrap="square" lIns="0" tIns="0" rIns="0" bIns="0" anchor="ctr"/>
          <a:lstStyle>
            <a:defPPr algn="ctr">
              <a:defRPr sz="2025" b="0">
                <a:solidFill>
                  <a:srgbClr val="222222"/>
                </a:solidFill>
                <a:latin typeface="Arial"/>
                <a:ea typeface="Arial"/>
                <a:cs typeface="Arial"/>
              </a:defRPr>
            </a:defPPr>
            <a:lvl1pPr algn="ctr">
              <a:defRPr sz="2025" b="0">
                <a:solidFill>
                  <a:srgbClr val="222222"/>
                </a:solidFill>
                <a:latin typeface="Arial"/>
                <a:ea typeface="Arial"/>
                <a:cs typeface="Arial"/>
              </a:defRPr>
            </a:lvl1pPr>
            <a:lvl2pPr algn="ctr">
              <a:defRPr sz="2025" b="0">
                <a:solidFill>
                  <a:srgbClr val="222222"/>
                </a:solidFill>
                <a:latin typeface="Arial"/>
                <a:ea typeface="Arial"/>
                <a:cs typeface="Arial"/>
              </a:defRPr>
            </a:lvl2pPr>
            <a:lvl3pPr algn="ctr">
              <a:defRPr sz="2025" b="0">
                <a:solidFill>
                  <a:srgbClr val="222222"/>
                </a:solidFill>
                <a:latin typeface="Arial"/>
                <a:ea typeface="Arial"/>
                <a:cs typeface="Arial"/>
              </a:defRPr>
            </a:lvl3pPr>
            <a:lvl4pPr algn="ctr">
              <a:defRPr sz="2025" b="0">
                <a:solidFill>
                  <a:srgbClr val="222222"/>
                </a:solidFill>
                <a:latin typeface="Arial"/>
                <a:ea typeface="Arial"/>
                <a:cs typeface="Arial"/>
              </a:defRPr>
            </a:lvl4pPr>
            <a:lvl5pPr algn="ctr">
              <a:defRPr sz="2025" b="0">
                <a:solidFill>
                  <a:srgbClr val="222222"/>
                </a:solidFill>
                <a:latin typeface="Arial"/>
                <a:ea typeface="Arial"/>
                <a:cs typeface="Arial"/>
              </a:defRPr>
            </a:lvl5pPr>
            <a:lvl6pPr algn="ctr">
              <a:defRPr sz="2025" b="0">
                <a:solidFill>
                  <a:srgbClr val="222222"/>
                </a:solidFill>
                <a:latin typeface="Arial"/>
                <a:ea typeface="Arial"/>
                <a:cs typeface="Arial"/>
              </a:defRPr>
            </a:lvl6pPr>
            <a:lvl7pPr algn="ctr">
              <a:defRPr sz="2025" b="0">
                <a:solidFill>
                  <a:srgbClr val="222222"/>
                </a:solidFill>
                <a:latin typeface="Arial"/>
                <a:ea typeface="Arial"/>
                <a:cs typeface="Arial"/>
              </a:defRPr>
            </a:lvl7pPr>
            <a:lvl8pPr algn="ctr">
              <a:defRPr sz="2025" b="0">
                <a:solidFill>
                  <a:srgbClr val="222222"/>
                </a:solidFill>
                <a:latin typeface="Arial"/>
                <a:ea typeface="Arial"/>
                <a:cs typeface="Arial"/>
              </a:defRPr>
            </a:lvl8pPr>
            <a:lvl9pPr algn="ctr">
              <a:defRPr sz="2025" b="0">
                <a:solidFill>
                  <a:srgbClr val="222222"/>
                </a:solidFill>
                <a:latin typeface="Arial"/>
                <a:ea typeface="Arial"/>
                <a:cs typeface="Arial"/>
              </a:defRPr>
            </a:lvl9pPr>
          </a:lstStyle>
          <a:p>
            <a:pPr algn="ctr">
              <a:defRPr sz="2025" b="0">
                <a:solidFill>
                  <a:srgbClr val="222222"/>
                </a:solidFill>
                <a:latin typeface="Arial"/>
                <a:ea typeface="Arial"/>
                <a:cs typeface="Arial"/>
              </a:defRPr>
            </a:pPr>
            <a:r>
              <a:rPr sz="2025" b="0">
                <a:solidFill>
                  <a:srgbClr val="222222"/>
                </a:solidFill>
                <a:latin typeface="Arial"/>
                <a:ea typeface="Arial"/>
                <a:cs typeface="Arial"/>
              </a:rPr>
              <a:t>Connectome = neurons and their directed connections</a:t>
            </a:r>
          </a:p>
        </p:txBody>
      </p:sp>
      <p:sp>
        <p:nvSpPr>
          <p:cNvPr id="9" name="Dorkenwald et al., Nature (2024) • Adult fema">
            <a:extLst>
              <a:ext uri="{FF2B5EF4-FFF2-40B4-BE49-F238E27FC236}">
                <a16:creationId xmlns:a16="http://schemas.microsoft.com/office/drawing/2014/main" id="{BAE240B3-BB3B-48B0-BD69-4428400FCF3C}"/>
              </a:ext>
            </a:extLst>
          </p:cNvPr>
          <p:cNvSpPr>
            <a:spLocks noGrp="1"/>
          </p:cNvSpPr>
          <p:nvPr/>
        </p:nvSpPr>
        <p:spPr>
          <a:xfrm>
            <a:off x="457200" y="4629150"/>
            <a:ext cx="8096250" cy="228600"/>
          </a:xfrm>
          <a:prstGeom prst="rect">
            <a:avLst/>
          </a:prstGeom>
          <a:noFill/>
          <a:ln w="0">
            <a:noFill/>
          </a:ln>
        </p:spPr>
        <p:txBody>
          <a:bodyPr wrap="square" lIns="0" tIns="0" rIns="0" bIns="0" anchor="ctr"/>
          <a:lstStyle>
            <a:defPPr algn="l">
              <a:defRPr sz="1050" b="0">
                <a:solidFill>
                  <a:srgbClr val="555555"/>
                </a:solidFill>
                <a:latin typeface="Arial"/>
                <a:ea typeface="Arial"/>
                <a:cs typeface="Arial"/>
              </a:defRPr>
            </a:defPPr>
            <a:lvl1pPr algn="l">
              <a:defRPr sz="1050" b="0">
                <a:solidFill>
                  <a:srgbClr val="555555"/>
                </a:solidFill>
                <a:latin typeface="Arial"/>
                <a:ea typeface="Arial"/>
                <a:cs typeface="Arial"/>
              </a:defRPr>
            </a:lvl1pPr>
            <a:lvl2pPr algn="l">
              <a:defRPr sz="1050" b="0">
                <a:solidFill>
                  <a:srgbClr val="555555"/>
                </a:solidFill>
                <a:latin typeface="Arial"/>
                <a:ea typeface="Arial"/>
                <a:cs typeface="Arial"/>
              </a:defRPr>
            </a:lvl2pPr>
            <a:lvl3pPr algn="l">
              <a:defRPr sz="1050" b="0">
                <a:solidFill>
                  <a:srgbClr val="555555"/>
                </a:solidFill>
                <a:latin typeface="Arial"/>
                <a:ea typeface="Arial"/>
                <a:cs typeface="Arial"/>
              </a:defRPr>
            </a:lvl3pPr>
            <a:lvl4pPr algn="l">
              <a:defRPr sz="1050" b="0">
                <a:solidFill>
                  <a:srgbClr val="555555"/>
                </a:solidFill>
                <a:latin typeface="Arial"/>
                <a:ea typeface="Arial"/>
                <a:cs typeface="Arial"/>
              </a:defRPr>
            </a:lvl4pPr>
            <a:lvl5pPr algn="l">
              <a:defRPr sz="1050" b="0">
                <a:solidFill>
                  <a:srgbClr val="555555"/>
                </a:solidFill>
                <a:latin typeface="Arial"/>
                <a:ea typeface="Arial"/>
                <a:cs typeface="Arial"/>
              </a:defRPr>
            </a:lvl5pPr>
            <a:lvl6pPr algn="l">
              <a:defRPr sz="1050" b="0">
                <a:solidFill>
                  <a:srgbClr val="555555"/>
                </a:solidFill>
                <a:latin typeface="Arial"/>
                <a:ea typeface="Arial"/>
                <a:cs typeface="Arial"/>
              </a:defRPr>
            </a:lvl6pPr>
            <a:lvl7pPr algn="l">
              <a:defRPr sz="1050" b="0">
                <a:solidFill>
                  <a:srgbClr val="555555"/>
                </a:solidFill>
                <a:latin typeface="Arial"/>
                <a:ea typeface="Arial"/>
                <a:cs typeface="Arial"/>
              </a:defRPr>
            </a:lvl7pPr>
            <a:lvl8pPr algn="l">
              <a:defRPr sz="1050" b="0">
                <a:solidFill>
                  <a:srgbClr val="555555"/>
                </a:solidFill>
                <a:latin typeface="Arial"/>
                <a:ea typeface="Arial"/>
                <a:cs typeface="Arial"/>
              </a:defRPr>
            </a:lvl8pPr>
            <a:lvl9pPr algn="l">
              <a:defRPr sz="1050" b="0">
                <a:solidFill>
                  <a:srgbClr val="555555"/>
                </a:solidFill>
                <a:latin typeface="Arial"/>
                <a:ea typeface="Arial"/>
                <a:cs typeface="Arial"/>
              </a:defRPr>
            </a:lvl9pPr>
          </a:lstStyle>
          <a:p>
            <a:pPr algn="l">
              <a:defRPr sz="1050" b="0">
                <a:solidFill>
                  <a:srgbClr val="555555"/>
                </a:solidFill>
                <a:latin typeface="Arial"/>
                <a:ea typeface="Arial"/>
                <a:cs typeface="Arial"/>
              </a:defRPr>
            </a:pPr>
            <a:r>
              <a:rPr sz="1050" b="0">
                <a:solidFill>
                  <a:srgbClr val="555555"/>
                </a:solidFill>
                <a:latin typeface="Arial"/>
                <a:ea typeface="Arial"/>
                <a:cs typeface="Arial"/>
              </a:rPr>
              <a:t>Dorkenwald et al., Nature (2024) • Adult female brain</a:t>
            </a:r>
          </a:p>
        </p:txBody>
      </p:sp>
    </p:spTree>
    <p:extLst>
      <p:ext uri="{BB962C8B-B14F-4D97-AF65-F5344CB8AC3E}">
        <p14:creationId xmlns:p14="http://schemas.microsoft.com/office/powerpoint/2010/main" val="1526145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n brain wiring improve a learned controller">
            <a:extLst>
              <a:ext uri="{FF2B5EF4-FFF2-40B4-BE49-F238E27FC236}">
                <a16:creationId xmlns:a16="http://schemas.microsoft.com/office/drawing/2014/main" id="{5B5A3D75-6C40-4B04-90C6-4D04D77CBD64}"/>
              </a:ext>
            </a:extLst>
          </p:cNvPr>
          <p:cNvSpPr>
            <a:spLocks noGrp="1"/>
          </p:cNvSpPr>
          <p:nvPr/>
        </p:nvSpPr>
        <p:spPr>
          <a:xfrm>
            <a:off x="381000" y="133350"/>
            <a:ext cx="8382000" cy="552450"/>
          </a:xfrm>
          <a:prstGeom prst="rect">
            <a:avLst/>
          </a:prstGeom>
          <a:noFill/>
          <a:ln w="0">
            <a:noFill/>
          </a:ln>
        </p:spPr>
        <p:txBody>
          <a:bodyPr wrap="square" lIns="0" tIns="0" rIns="0" bIns="0" anchor="ctr"/>
          <a:lstStyle>
            <a:defPPr algn="ctr">
              <a:defRPr sz="2700" b="0">
                <a:solidFill>
                  <a:srgbClr val="660874"/>
                </a:solidFill>
                <a:latin typeface="Arial"/>
                <a:ea typeface="Arial"/>
                <a:cs typeface="Arial"/>
              </a:defRPr>
            </a:defPPr>
            <a:lvl1pPr algn="ctr">
              <a:defRPr sz="2700" b="0">
                <a:solidFill>
                  <a:srgbClr val="660874"/>
                </a:solidFill>
                <a:latin typeface="Arial"/>
                <a:ea typeface="Arial"/>
                <a:cs typeface="Arial"/>
              </a:defRPr>
            </a:lvl1pPr>
            <a:lvl2pPr algn="ctr">
              <a:defRPr sz="2700" b="0">
                <a:solidFill>
                  <a:srgbClr val="660874"/>
                </a:solidFill>
                <a:latin typeface="Arial"/>
                <a:ea typeface="Arial"/>
                <a:cs typeface="Arial"/>
              </a:defRPr>
            </a:lvl2pPr>
            <a:lvl3pPr algn="ctr">
              <a:defRPr sz="2700" b="0">
                <a:solidFill>
                  <a:srgbClr val="660874"/>
                </a:solidFill>
                <a:latin typeface="Arial"/>
                <a:ea typeface="Arial"/>
                <a:cs typeface="Arial"/>
              </a:defRPr>
            </a:lvl3pPr>
            <a:lvl4pPr algn="ctr">
              <a:defRPr sz="2700" b="0">
                <a:solidFill>
                  <a:srgbClr val="660874"/>
                </a:solidFill>
                <a:latin typeface="Arial"/>
                <a:ea typeface="Arial"/>
                <a:cs typeface="Arial"/>
              </a:defRPr>
            </a:lvl4pPr>
            <a:lvl5pPr algn="ctr">
              <a:defRPr sz="2700" b="0">
                <a:solidFill>
                  <a:srgbClr val="660874"/>
                </a:solidFill>
                <a:latin typeface="Arial"/>
                <a:ea typeface="Arial"/>
                <a:cs typeface="Arial"/>
              </a:defRPr>
            </a:lvl5pPr>
            <a:lvl6pPr algn="ctr">
              <a:defRPr sz="2700" b="0">
                <a:solidFill>
                  <a:srgbClr val="660874"/>
                </a:solidFill>
                <a:latin typeface="Arial"/>
                <a:ea typeface="Arial"/>
                <a:cs typeface="Arial"/>
              </a:defRPr>
            </a:lvl6pPr>
            <a:lvl7pPr algn="ctr">
              <a:defRPr sz="2700" b="0">
                <a:solidFill>
                  <a:srgbClr val="660874"/>
                </a:solidFill>
                <a:latin typeface="Arial"/>
                <a:ea typeface="Arial"/>
                <a:cs typeface="Arial"/>
              </a:defRPr>
            </a:lvl7pPr>
            <a:lvl8pPr algn="ctr">
              <a:defRPr sz="2700" b="0">
                <a:solidFill>
                  <a:srgbClr val="660874"/>
                </a:solidFill>
                <a:latin typeface="Arial"/>
                <a:ea typeface="Arial"/>
                <a:cs typeface="Arial"/>
              </a:defRPr>
            </a:lvl8pPr>
            <a:lvl9pPr algn="ctr">
              <a:defRPr sz="2700" b="0">
                <a:solidFill>
                  <a:srgbClr val="660874"/>
                </a:solidFill>
                <a:latin typeface="Arial"/>
                <a:ea typeface="Arial"/>
                <a:cs typeface="Arial"/>
              </a:defRPr>
            </a:lvl9pPr>
          </a:lstStyle>
          <a:p>
            <a:pPr algn="ctr">
              <a:defRPr sz="2700" b="0">
                <a:solidFill>
                  <a:srgbClr val="660874"/>
                </a:solidFill>
                <a:latin typeface="Arial"/>
                <a:ea typeface="Arial"/>
                <a:cs typeface="Arial"/>
              </a:defRPr>
            </a:pPr>
            <a:r>
              <a:rPr sz="2700" b="0">
                <a:solidFill>
                  <a:srgbClr val="660874"/>
                </a:solidFill>
                <a:latin typeface="Arial"/>
                <a:ea typeface="Arial"/>
                <a:cs typeface="Arial"/>
              </a:rPr>
              <a:t>Can brain wiring improve a learned controller?</a:t>
            </a:r>
          </a:p>
        </p:txBody>
      </p:sp>
      <p:sp>
        <p:nvSpPr>
          <p:cNvPr id="2" name="3">
            <a:extLst>
              <a:ext uri="{FF2B5EF4-FFF2-40B4-BE49-F238E27FC236}">
                <a16:creationId xmlns:a16="http://schemas.microsoft.com/office/drawing/2014/main" id="{C02C64E4-CACA-4799-9539-D37CAA1E75C1}"/>
              </a:ext>
            </a:extLst>
          </p:cNvPr>
          <p:cNvSpPr>
            <a:spLocks noGrp="1"/>
          </p:cNvSpPr>
          <p:nvPr/>
        </p:nvSpPr>
        <p:spPr>
          <a:xfrm>
            <a:off x="8477250" y="4829175"/>
            <a:ext cx="523875" cy="228600"/>
          </a:xfrm>
          <a:prstGeom prst="rect">
            <a:avLst/>
          </a:prstGeom>
          <a:noFill/>
          <a:ln w="0">
            <a:noFill/>
          </a:ln>
        </p:spPr>
        <p:txBody>
          <a:bodyPr wrap="square" lIns="0" tIns="0" rIns="0" bIns="0" anchor="ctr"/>
          <a:lstStyle>
            <a:defPPr algn="l">
              <a:defRPr sz="975" b="0">
                <a:solidFill>
                  <a:srgbClr val="898989"/>
                </a:solidFill>
                <a:latin typeface="Arial"/>
                <a:ea typeface="Arial"/>
                <a:cs typeface="Arial"/>
              </a:defRPr>
            </a:defPPr>
            <a:lvl1pPr algn="l">
              <a:defRPr sz="975" b="0">
                <a:solidFill>
                  <a:srgbClr val="898989"/>
                </a:solidFill>
                <a:latin typeface="Arial"/>
                <a:ea typeface="Arial"/>
                <a:cs typeface="Arial"/>
              </a:defRPr>
            </a:lvl1pPr>
            <a:lvl2pPr algn="l">
              <a:defRPr sz="975" b="0">
                <a:solidFill>
                  <a:srgbClr val="898989"/>
                </a:solidFill>
                <a:latin typeface="Arial"/>
                <a:ea typeface="Arial"/>
                <a:cs typeface="Arial"/>
              </a:defRPr>
            </a:lvl2pPr>
            <a:lvl3pPr algn="l">
              <a:defRPr sz="975" b="0">
                <a:solidFill>
                  <a:srgbClr val="898989"/>
                </a:solidFill>
                <a:latin typeface="Arial"/>
                <a:ea typeface="Arial"/>
                <a:cs typeface="Arial"/>
              </a:defRPr>
            </a:lvl3pPr>
            <a:lvl4pPr algn="l">
              <a:defRPr sz="975" b="0">
                <a:solidFill>
                  <a:srgbClr val="898989"/>
                </a:solidFill>
                <a:latin typeface="Arial"/>
                <a:ea typeface="Arial"/>
                <a:cs typeface="Arial"/>
              </a:defRPr>
            </a:lvl4pPr>
            <a:lvl5pPr algn="l">
              <a:defRPr sz="975" b="0">
                <a:solidFill>
                  <a:srgbClr val="898989"/>
                </a:solidFill>
                <a:latin typeface="Arial"/>
                <a:ea typeface="Arial"/>
                <a:cs typeface="Arial"/>
              </a:defRPr>
            </a:lvl5pPr>
            <a:lvl6pPr algn="l">
              <a:defRPr sz="975" b="0">
                <a:solidFill>
                  <a:srgbClr val="898989"/>
                </a:solidFill>
                <a:latin typeface="Arial"/>
                <a:ea typeface="Arial"/>
                <a:cs typeface="Arial"/>
              </a:defRPr>
            </a:lvl6pPr>
            <a:lvl7pPr algn="l">
              <a:defRPr sz="975" b="0">
                <a:solidFill>
                  <a:srgbClr val="898989"/>
                </a:solidFill>
                <a:latin typeface="Arial"/>
                <a:ea typeface="Arial"/>
                <a:cs typeface="Arial"/>
              </a:defRPr>
            </a:lvl7pPr>
            <a:lvl8pPr algn="l">
              <a:defRPr sz="975" b="0">
                <a:solidFill>
                  <a:srgbClr val="898989"/>
                </a:solidFill>
                <a:latin typeface="Arial"/>
                <a:ea typeface="Arial"/>
                <a:cs typeface="Arial"/>
              </a:defRPr>
            </a:lvl8pPr>
            <a:lvl9pPr algn="l">
              <a:defRPr sz="975" b="0">
                <a:solidFill>
                  <a:srgbClr val="898989"/>
                </a:solidFill>
                <a:latin typeface="Arial"/>
                <a:ea typeface="Arial"/>
                <a:cs typeface="Arial"/>
              </a:defRPr>
            </a:lvl9pPr>
          </a:lstStyle>
          <a:p>
            <a:pPr algn="l">
              <a:defRPr sz="975" b="0">
                <a:solidFill>
                  <a:srgbClr val="898989"/>
                </a:solidFill>
                <a:latin typeface="Arial"/>
                <a:ea typeface="Arial"/>
                <a:cs typeface="Arial"/>
              </a:defRPr>
            </a:pPr>
            <a:r>
              <a:rPr sz="975" b="0">
                <a:solidFill>
                  <a:srgbClr val="898989"/>
                </a:solidFill>
                <a:latin typeface="Arial"/>
                <a:ea typeface="Arial"/>
                <a:cs typeface="Arial"/>
              </a:rPr>
              <a:t>3</a:t>
            </a:r>
          </a:p>
        </p:txBody>
      </p:sp>
      <p:pic>
        <p:nvPicPr>
          <p:cNvPr id="3" name="Picture 2">
            <a:extLst>
              <a:ext uri="{FF2B5EF4-FFF2-40B4-BE49-F238E27FC236}">
                <a16:creationId xmlns:a16="http://schemas.microsoft.com/office/drawing/2014/main" id="{8DEB81EE-1FEC-415D-BA9D-9B835AAF8672}"/>
              </a:ext>
            </a:extLst>
          </p:cNvPr>
          <p:cNvPicPr>
            <a:picLocks noChangeAspect="1"/>
          </p:cNvPicPr>
          <p:nvPr/>
        </p:nvPicPr>
        <p:blipFill>
          <a:blip r:embed="rId3"/>
          <a:stretch/>
        </p:blipFill>
        <p:spPr>
          <a:xfrm>
            <a:off x="1126617" y="1143000"/>
            <a:ext cx="2414016" cy="1885950"/>
          </a:xfrm>
          <a:prstGeom prst="rect">
            <a:avLst/>
          </a:prstGeom>
        </p:spPr>
      </p:pic>
      <p:pic>
        <p:nvPicPr>
          <p:cNvPr id="4" name="Picture 3">
            <a:extLst>
              <a:ext uri="{FF2B5EF4-FFF2-40B4-BE49-F238E27FC236}">
                <a16:creationId xmlns:a16="http://schemas.microsoft.com/office/drawing/2014/main" id="{27F0AA7D-A51B-4E38-84DD-F606774B239B}"/>
              </a:ext>
            </a:extLst>
          </p:cNvPr>
          <p:cNvPicPr>
            <a:picLocks noChangeAspect="1"/>
          </p:cNvPicPr>
          <p:nvPr/>
        </p:nvPicPr>
        <p:blipFill>
          <a:blip r:embed="rId4"/>
          <a:stretch/>
        </p:blipFill>
        <p:spPr>
          <a:xfrm>
            <a:off x="5403396" y="1143000"/>
            <a:ext cx="2813957" cy="1885950"/>
          </a:xfrm>
          <a:prstGeom prst="rect">
            <a:avLst/>
          </a:prstGeom>
        </p:spPr>
      </p:pic>
      <p:sp>
        <p:nvSpPr>
          <p:cNvPr id="5" name="Anatomical wiring">
            <a:extLst>
              <a:ext uri="{FF2B5EF4-FFF2-40B4-BE49-F238E27FC236}">
                <a16:creationId xmlns:a16="http://schemas.microsoft.com/office/drawing/2014/main" id="{62A34F82-D1DD-4927-BE6E-4B26209D4EFD}"/>
              </a:ext>
            </a:extLst>
          </p:cNvPr>
          <p:cNvSpPr>
            <a:spLocks noGrp="1"/>
          </p:cNvSpPr>
          <p:nvPr/>
        </p:nvSpPr>
        <p:spPr>
          <a:xfrm>
            <a:off x="666750" y="3209925"/>
            <a:ext cx="3333750" cy="381000"/>
          </a:xfrm>
          <a:prstGeom prst="rect">
            <a:avLst/>
          </a:prstGeom>
          <a:noFill/>
          <a:ln w="0">
            <a:noFill/>
          </a:ln>
        </p:spPr>
        <p:txBody>
          <a:bodyPr wrap="square" lIns="0" tIns="0" rIns="0" bIns="0" anchor="ctr"/>
          <a:lstStyle>
            <a:defPPr algn="ctr">
              <a:defRPr sz="2100" b="1">
                <a:solidFill>
                  <a:srgbClr val="660874"/>
                </a:solidFill>
                <a:latin typeface="Arial"/>
                <a:ea typeface="Arial"/>
                <a:cs typeface="Arial"/>
              </a:defRPr>
            </a:defPPr>
            <a:lvl1pPr algn="ctr">
              <a:defRPr sz="2100" b="1">
                <a:solidFill>
                  <a:srgbClr val="660874"/>
                </a:solidFill>
                <a:latin typeface="Arial"/>
                <a:ea typeface="Arial"/>
                <a:cs typeface="Arial"/>
              </a:defRPr>
            </a:lvl1pPr>
            <a:lvl2pPr algn="ctr">
              <a:defRPr sz="2100" b="1">
                <a:solidFill>
                  <a:srgbClr val="660874"/>
                </a:solidFill>
                <a:latin typeface="Arial"/>
                <a:ea typeface="Arial"/>
                <a:cs typeface="Arial"/>
              </a:defRPr>
            </a:lvl2pPr>
            <a:lvl3pPr algn="ctr">
              <a:defRPr sz="2100" b="1">
                <a:solidFill>
                  <a:srgbClr val="660874"/>
                </a:solidFill>
                <a:latin typeface="Arial"/>
                <a:ea typeface="Arial"/>
                <a:cs typeface="Arial"/>
              </a:defRPr>
            </a:lvl3pPr>
            <a:lvl4pPr algn="ctr">
              <a:defRPr sz="2100" b="1">
                <a:solidFill>
                  <a:srgbClr val="660874"/>
                </a:solidFill>
                <a:latin typeface="Arial"/>
                <a:ea typeface="Arial"/>
                <a:cs typeface="Arial"/>
              </a:defRPr>
            </a:lvl4pPr>
            <a:lvl5pPr algn="ctr">
              <a:defRPr sz="2100" b="1">
                <a:solidFill>
                  <a:srgbClr val="660874"/>
                </a:solidFill>
                <a:latin typeface="Arial"/>
                <a:ea typeface="Arial"/>
                <a:cs typeface="Arial"/>
              </a:defRPr>
            </a:lvl5pPr>
            <a:lvl6pPr algn="ctr">
              <a:defRPr sz="2100" b="1">
                <a:solidFill>
                  <a:srgbClr val="660874"/>
                </a:solidFill>
                <a:latin typeface="Arial"/>
                <a:ea typeface="Arial"/>
                <a:cs typeface="Arial"/>
              </a:defRPr>
            </a:lvl6pPr>
            <a:lvl7pPr algn="ctr">
              <a:defRPr sz="2100" b="1">
                <a:solidFill>
                  <a:srgbClr val="660874"/>
                </a:solidFill>
                <a:latin typeface="Arial"/>
                <a:ea typeface="Arial"/>
                <a:cs typeface="Arial"/>
              </a:defRPr>
            </a:lvl7pPr>
            <a:lvl8pPr algn="ctr">
              <a:defRPr sz="2100" b="1">
                <a:solidFill>
                  <a:srgbClr val="660874"/>
                </a:solidFill>
                <a:latin typeface="Arial"/>
                <a:ea typeface="Arial"/>
                <a:cs typeface="Arial"/>
              </a:defRPr>
            </a:lvl8pPr>
            <a:lvl9pPr algn="ctr">
              <a:defRPr sz="2100" b="1">
                <a:solidFill>
                  <a:srgbClr val="660874"/>
                </a:solidFill>
                <a:latin typeface="Arial"/>
                <a:ea typeface="Arial"/>
                <a:cs typeface="Arial"/>
              </a:defRPr>
            </a:lvl9pPr>
          </a:lstStyle>
          <a:p>
            <a:pPr algn="ctr">
              <a:defRPr sz="2100" b="1">
                <a:solidFill>
                  <a:srgbClr val="660874"/>
                </a:solidFill>
                <a:latin typeface="Arial"/>
                <a:ea typeface="Arial"/>
                <a:cs typeface="Arial"/>
              </a:defRPr>
            </a:pPr>
            <a:r>
              <a:rPr sz="2100" b="1">
                <a:solidFill>
                  <a:srgbClr val="660874"/>
                </a:solidFill>
                <a:latin typeface="Arial"/>
                <a:ea typeface="Arial"/>
                <a:cs typeface="Arial"/>
              </a:rPr>
              <a:t>Anatomical wiring</a:t>
            </a:r>
          </a:p>
        </p:txBody>
      </p:sp>
      <p:sp>
        <p:nvSpPr>
          <p:cNvPr id="6" name="Embodied control">
            <a:extLst>
              <a:ext uri="{FF2B5EF4-FFF2-40B4-BE49-F238E27FC236}">
                <a16:creationId xmlns:a16="http://schemas.microsoft.com/office/drawing/2014/main" id="{9CFBE5D7-486B-4586-9146-C5DBC43A1347}"/>
              </a:ext>
            </a:extLst>
          </p:cNvPr>
          <p:cNvSpPr>
            <a:spLocks noGrp="1"/>
          </p:cNvSpPr>
          <p:nvPr/>
        </p:nvSpPr>
        <p:spPr>
          <a:xfrm>
            <a:off x="5143500" y="3209925"/>
            <a:ext cx="3333750" cy="381000"/>
          </a:xfrm>
          <a:prstGeom prst="rect">
            <a:avLst/>
          </a:prstGeom>
          <a:noFill/>
          <a:ln w="0">
            <a:noFill/>
          </a:ln>
        </p:spPr>
        <p:txBody>
          <a:bodyPr wrap="square" lIns="0" tIns="0" rIns="0" bIns="0" anchor="ctr"/>
          <a:lstStyle>
            <a:defPPr algn="ctr">
              <a:defRPr sz="2100" b="1">
                <a:solidFill>
                  <a:srgbClr val="660874"/>
                </a:solidFill>
                <a:latin typeface="Arial"/>
                <a:ea typeface="Arial"/>
                <a:cs typeface="Arial"/>
              </a:defRPr>
            </a:defPPr>
            <a:lvl1pPr algn="ctr">
              <a:defRPr sz="2100" b="1">
                <a:solidFill>
                  <a:srgbClr val="660874"/>
                </a:solidFill>
                <a:latin typeface="Arial"/>
                <a:ea typeface="Arial"/>
                <a:cs typeface="Arial"/>
              </a:defRPr>
            </a:lvl1pPr>
            <a:lvl2pPr algn="ctr">
              <a:defRPr sz="2100" b="1">
                <a:solidFill>
                  <a:srgbClr val="660874"/>
                </a:solidFill>
                <a:latin typeface="Arial"/>
                <a:ea typeface="Arial"/>
                <a:cs typeface="Arial"/>
              </a:defRPr>
            </a:lvl2pPr>
            <a:lvl3pPr algn="ctr">
              <a:defRPr sz="2100" b="1">
                <a:solidFill>
                  <a:srgbClr val="660874"/>
                </a:solidFill>
                <a:latin typeface="Arial"/>
                <a:ea typeface="Arial"/>
                <a:cs typeface="Arial"/>
              </a:defRPr>
            </a:lvl3pPr>
            <a:lvl4pPr algn="ctr">
              <a:defRPr sz="2100" b="1">
                <a:solidFill>
                  <a:srgbClr val="660874"/>
                </a:solidFill>
                <a:latin typeface="Arial"/>
                <a:ea typeface="Arial"/>
                <a:cs typeface="Arial"/>
              </a:defRPr>
            </a:lvl4pPr>
            <a:lvl5pPr algn="ctr">
              <a:defRPr sz="2100" b="1">
                <a:solidFill>
                  <a:srgbClr val="660874"/>
                </a:solidFill>
                <a:latin typeface="Arial"/>
                <a:ea typeface="Arial"/>
                <a:cs typeface="Arial"/>
              </a:defRPr>
            </a:lvl5pPr>
            <a:lvl6pPr algn="ctr">
              <a:defRPr sz="2100" b="1">
                <a:solidFill>
                  <a:srgbClr val="660874"/>
                </a:solidFill>
                <a:latin typeface="Arial"/>
                <a:ea typeface="Arial"/>
                <a:cs typeface="Arial"/>
              </a:defRPr>
            </a:lvl6pPr>
            <a:lvl7pPr algn="ctr">
              <a:defRPr sz="2100" b="1">
                <a:solidFill>
                  <a:srgbClr val="660874"/>
                </a:solidFill>
                <a:latin typeface="Arial"/>
                <a:ea typeface="Arial"/>
                <a:cs typeface="Arial"/>
              </a:defRPr>
            </a:lvl7pPr>
            <a:lvl8pPr algn="ctr">
              <a:defRPr sz="2100" b="1">
                <a:solidFill>
                  <a:srgbClr val="660874"/>
                </a:solidFill>
                <a:latin typeface="Arial"/>
                <a:ea typeface="Arial"/>
                <a:cs typeface="Arial"/>
              </a:defRPr>
            </a:lvl8pPr>
            <a:lvl9pPr algn="ctr">
              <a:defRPr sz="2100" b="1">
                <a:solidFill>
                  <a:srgbClr val="660874"/>
                </a:solidFill>
                <a:latin typeface="Arial"/>
                <a:ea typeface="Arial"/>
                <a:cs typeface="Arial"/>
              </a:defRPr>
            </a:lvl9pPr>
          </a:lstStyle>
          <a:p>
            <a:pPr algn="ctr">
              <a:defRPr sz="2100" b="1">
                <a:solidFill>
                  <a:srgbClr val="660874"/>
                </a:solidFill>
                <a:latin typeface="Arial"/>
                <a:ea typeface="Arial"/>
                <a:cs typeface="Arial"/>
              </a:defRPr>
            </a:pPr>
            <a:r>
              <a:rPr sz="2100" b="1">
                <a:solidFill>
                  <a:srgbClr val="660874"/>
                </a:solidFill>
                <a:latin typeface="Arial"/>
                <a:ea typeface="Arial"/>
                <a:cs typeface="Arial"/>
              </a:rPr>
              <a:t>Embodied control</a:t>
            </a:r>
          </a:p>
        </p:txBody>
      </p:sp>
      <p:sp>
        <p:nvSpPr>
          <p:cNvPr id="7" name="Use connectivity to constrain the policy arch">
            <a:extLst>
              <a:ext uri="{FF2B5EF4-FFF2-40B4-BE49-F238E27FC236}">
                <a16:creationId xmlns:a16="http://schemas.microsoft.com/office/drawing/2014/main" id="{4C214C30-7704-47F3-8AB7-03F15F6B7BD9}"/>
              </a:ext>
            </a:extLst>
          </p:cNvPr>
          <p:cNvSpPr>
            <a:spLocks noGrp="1"/>
          </p:cNvSpPr>
          <p:nvPr/>
        </p:nvSpPr>
        <p:spPr>
          <a:xfrm>
            <a:off x="666750" y="3905250"/>
            <a:ext cx="7810500" cy="428625"/>
          </a:xfrm>
          <a:prstGeom prst="rect">
            <a:avLst/>
          </a:prstGeom>
          <a:noFill/>
          <a:ln w="0">
            <a:noFill/>
          </a:ln>
        </p:spPr>
        <p:txBody>
          <a:bodyPr wrap="square" lIns="0" tIns="0" rIns="0" bIns="0" anchor="ctr"/>
          <a:lstStyle>
            <a:defPPr algn="ctr">
              <a:defRPr sz="2175" b="0">
                <a:solidFill>
                  <a:srgbClr val="222222"/>
                </a:solidFill>
                <a:latin typeface="Arial"/>
                <a:ea typeface="Arial"/>
                <a:cs typeface="Arial"/>
              </a:defRPr>
            </a:defPPr>
            <a:lvl1pPr algn="ctr">
              <a:defRPr sz="2175" b="0">
                <a:solidFill>
                  <a:srgbClr val="222222"/>
                </a:solidFill>
                <a:latin typeface="Arial"/>
                <a:ea typeface="Arial"/>
                <a:cs typeface="Arial"/>
              </a:defRPr>
            </a:lvl1pPr>
            <a:lvl2pPr algn="ctr">
              <a:defRPr sz="2175" b="0">
                <a:solidFill>
                  <a:srgbClr val="222222"/>
                </a:solidFill>
                <a:latin typeface="Arial"/>
                <a:ea typeface="Arial"/>
                <a:cs typeface="Arial"/>
              </a:defRPr>
            </a:lvl2pPr>
            <a:lvl3pPr algn="ctr">
              <a:defRPr sz="2175" b="0">
                <a:solidFill>
                  <a:srgbClr val="222222"/>
                </a:solidFill>
                <a:latin typeface="Arial"/>
                <a:ea typeface="Arial"/>
                <a:cs typeface="Arial"/>
              </a:defRPr>
            </a:lvl3pPr>
            <a:lvl4pPr algn="ctr">
              <a:defRPr sz="2175" b="0">
                <a:solidFill>
                  <a:srgbClr val="222222"/>
                </a:solidFill>
                <a:latin typeface="Arial"/>
                <a:ea typeface="Arial"/>
                <a:cs typeface="Arial"/>
              </a:defRPr>
            </a:lvl4pPr>
            <a:lvl5pPr algn="ctr">
              <a:defRPr sz="2175" b="0">
                <a:solidFill>
                  <a:srgbClr val="222222"/>
                </a:solidFill>
                <a:latin typeface="Arial"/>
                <a:ea typeface="Arial"/>
                <a:cs typeface="Arial"/>
              </a:defRPr>
            </a:lvl5pPr>
            <a:lvl6pPr algn="ctr">
              <a:defRPr sz="2175" b="0">
                <a:solidFill>
                  <a:srgbClr val="222222"/>
                </a:solidFill>
                <a:latin typeface="Arial"/>
                <a:ea typeface="Arial"/>
                <a:cs typeface="Arial"/>
              </a:defRPr>
            </a:lvl6pPr>
            <a:lvl7pPr algn="ctr">
              <a:defRPr sz="2175" b="0">
                <a:solidFill>
                  <a:srgbClr val="222222"/>
                </a:solidFill>
                <a:latin typeface="Arial"/>
                <a:ea typeface="Arial"/>
                <a:cs typeface="Arial"/>
              </a:defRPr>
            </a:lvl7pPr>
            <a:lvl8pPr algn="ctr">
              <a:defRPr sz="2175" b="0">
                <a:solidFill>
                  <a:srgbClr val="222222"/>
                </a:solidFill>
                <a:latin typeface="Arial"/>
                <a:ea typeface="Arial"/>
                <a:cs typeface="Arial"/>
              </a:defRPr>
            </a:lvl8pPr>
            <a:lvl9pPr algn="ctr">
              <a:defRPr sz="2175" b="0">
                <a:solidFill>
                  <a:srgbClr val="222222"/>
                </a:solidFill>
                <a:latin typeface="Arial"/>
                <a:ea typeface="Arial"/>
                <a:cs typeface="Arial"/>
              </a:defRPr>
            </a:lvl9pPr>
          </a:lstStyle>
          <a:p>
            <a:pPr algn="ctr">
              <a:defRPr sz="2175" b="0">
                <a:solidFill>
                  <a:srgbClr val="222222"/>
                </a:solidFill>
                <a:latin typeface="Arial"/>
                <a:ea typeface="Arial"/>
                <a:cs typeface="Arial"/>
              </a:defRPr>
            </a:pPr>
            <a:r>
              <a:rPr sz="2175" b="0">
                <a:solidFill>
                  <a:srgbClr val="222222"/>
                </a:solidFill>
                <a:latin typeface="Arial"/>
                <a:ea typeface="Arial"/>
                <a:cs typeface="Arial"/>
              </a:rPr>
              <a:t>Use connectivity to constrain the policy architecture</a:t>
            </a:r>
          </a:p>
        </p:txBody>
      </p:sp>
      <p:sp>
        <p:nvSpPr>
          <p:cNvPr id="8" name="FlyGM, AIAS revised manuscript • flybody: Vax">
            <a:extLst>
              <a:ext uri="{FF2B5EF4-FFF2-40B4-BE49-F238E27FC236}">
                <a16:creationId xmlns:a16="http://schemas.microsoft.com/office/drawing/2014/main" id="{B956F62B-961B-430B-B990-5834E46E610A}"/>
              </a:ext>
            </a:extLst>
          </p:cNvPr>
          <p:cNvSpPr>
            <a:spLocks noGrp="1"/>
          </p:cNvSpPr>
          <p:nvPr/>
        </p:nvSpPr>
        <p:spPr>
          <a:xfrm>
            <a:off x="457200" y="4629150"/>
            <a:ext cx="8096250" cy="228600"/>
          </a:xfrm>
          <a:prstGeom prst="rect">
            <a:avLst/>
          </a:prstGeom>
          <a:noFill/>
          <a:ln w="0">
            <a:noFill/>
          </a:ln>
        </p:spPr>
        <p:txBody>
          <a:bodyPr wrap="square" lIns="0" tIns="0" rIns="0" bIns="0" anchor="ctr"/>
          <a:lstStyle>
            <a:defPPr algn="l">
              <a:defRPr sz="1050" b="0">
                <a:solidFill>
                  <a:srgbClr val="555555"/>
                </a:solidFill>
                <a:latin typeface="Arial"/>
                <a:ea typeface="Arial"/>
                <a:cs typeface="Arial"/>
              </a:defRPr>
            </a:defPPr>
            <a:lvl1pPr algn="l">
              <a:defRPr sz="1050" b="0">
                <a:solidFill>
                  <a:srgbClr val="555555"/>
                </a:solidFill>
                <a:latin typeface="Arial"/>
                <a:ea typeface="Arial"/>
                <a:cs typeface="Arial"/>
              </a:defRPr>
            </a:lvl1pPr>
            <a:lvl2pPr algn="l">
              <a:defRPr sz="1050" b="0">
                <a:solidFill>
                  <a:srgbClr val="555555"/>
                </a:solidFill>
                <a:latin typeface="Arial"/>
                <a:ea typeface="Arial"/>
                <a:cs typeface="Arial"/>
              </a:defRPr>
            </a:lvl2pPr>
            <a:lvl3pPr algn="l">
              <a:defRPr sz="1050" b="0">
                <a:solidFill>
                  <a:srgbClr val="555555"/>
                </a:solidFill>
                <a:latin typeface="Arial"/>
                <a:ea typeface="Arial"/>
                <a:cs typeface="Arial"/>
              </a:defRPr>
            </a:lvl3pPr>
            <a:lvl4pPr algn="l">
              <a:defRPr sz="1050" b="0">
                <a:solidFill>
                  <a:srgbClr val="555555"/>
                </a:solidFill>
                <a:latin typeface="Arial"/>
                <a:ea typeface="Arial"/>
                <a:cs typeface="Arial"/>
              </a:defRPr>
            </a:lvl4pPr>
            <a:lvl5pPr algn="l">
              <a:defRPr sz="1050" b="0">
                <a:solidFill>
                  <a:srgbClr val="555555"/>
                </a:solidFill>
                <a:latin typeface="Arial"/>
                <a:ea typeface="Arial"/>
                <a:cs typeface="Arial"/>
              </a:defRPr>
            </a:lvl5pPr>
            <a:lvl6pPr algn="l">
              <a:defRPr sz="1050" b="0">
                <a:solidFill>
                  <a:srgbClr val="555555"/>
                </a:solidFill>
                <a:latin typeface="Arial"/>
                <a:ea typeface="Arial"/>
                <a:cs typeface="Arial"/>
              </a:defRPr>
            </a:lvl6pPr>
            <a:lvl7pPr algn="l">
              <a:defRPr sz="1050" b="0">
                <a:solidFill>
                  <a:srgbClr val="555555"/>
                </a:solidFill>
                <a:latin typeface="Arial"/>
                <a:ea typeface="Arial"/>
                <a:cs typeface="Arial"/>
              </a:defRPr>
            </a:lvl7pPr>
            <a:lvl8pPr algn="l">
              <a:defRPr sz="1050" b="0">
                <a:solidFill>
                  <a:srgbClr val="555555"/>
                </a:solidFill>
                <a:latin typeface="Arial"/>
                <a:ea typeface="Arial"/>
                <a:cs typeface="Arial"/>
              </a:defRPr>
            </a:lvl8pPr>
            <a:lvl9pPr algn="l">
              <a:defRPr sz="1050" b="0">
                <a:solidFill>
                  <a:srgbClr val="555555"/>
                </a:solidFill>
                <a:latin typeface="Arial"/>
                <a:ea typeface="Arial"/>
                <a:cs typeface="Arial"/>
              </a:defRPr>
            </a:lvl9pPr>
          </a:lstStyle>
          <a:p>
            <a:pPr algn="l">
              <a:defRPr sz="1050" b="0">
                <a:solidFill>
                  <a:srgbClr val="555555"/>
                </a:solidFill>
                <a:latin typeface="Arial"/>
                <a:ea typeface="Arial"/>
                <a:cs typeface="Arial"/>
              </a:defRPr>
            </a:pPr>
            <a:r>
              <a:rPr sz="1050" b="0">
                <a:solidFill>
                  <a:srgbClr val="555555"/>
                </a:solidFill>
                <a:latin typeface="Arial"/>
                <a:ea typeface="Arial"/>
                <a:cs typeface="Arial"/>
              </a:rPr>
              <a:t>FlyGM, AIAS revised manuscript • flybody: Vaxenburg et al. (2025)</a:t>
            </a:r>
          </a:p>
        </p:txBody>
      </p:sp>
    </p:spTree>
    <p:extLst>
      <p:ext uri="{BB962C8B-B14F-4D97-AF65-F5344CB8AC3E}">
        <p14:creationId xmlns:p14="http://schemas.microsoft.com/office/powerpoint/2010/main" val="1526145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lyGM closes the sensorimotor loop">
            <a:extLst>
              <a:ext uri="{FF2B5EF4-FFF2-40B4-BE49-F238E27FC236}">
                <a16:creationId xmlns:a16="http://schemas.microsoft.com/office/drawing/2014/main" id="{A07207C7-A324-4826-8CA9-1DB071994F24}"/>
              </a:ext>
            </a:extLst>
          </p:cNvPr>
          <p:cNvSpPr>
            <a:spLocks noGrp="1"/>
          </p:cNvSpPr>
          <p:nvPr/>
        </p:nvSpPr>
        <p:spPr>
          <a:xfrm>
            <a:off x="381000" y="133350"/>
            <a:ext cx="8382000" cy="552450"/>
          </a:xfrm>
          <a:prstGeom prst="rect">
            <a:avLst/>
          </a:prstGeom>
          <a:noFill/>
          <a:ln w="0">
            <a:noFill/>
          </a:ln>
        </p:spPr>
        <p:txBody>
          <a:bodyPr wrap="square" lIns="0" tIns="0" rIns="0" bIns="0" anchor="ctr"/>
          <a:lstStyle>
            <a:defPPr algn="ctr">
              <a:defRPr sz="2700" b="0">
                <a:solidFill>
                  <a:srgbClr val="660874"/>
                </a:solidFill>
                <a:latin typeface="Arial"/>
                <a:ea typeface="Arial"/>
                <a:cs typeface="Arial"/>
              </a:defRPr>
            </a:defPPr>
            <a:lvl1pPr algn="ctr">
              <a:defRPr sz="2700" b="0">
                <a:solidFill>
                  <a:srgbClr val="660874"/>
                </a:solidFill>
                <a:latin typeface="Arial"/>
                <a:ea typeface="Arial"/>
                <a:cs typeface="Arial"/>
              </a:defRPr>
            </a:lvl1pPr>
            <a:lvl2pPr algn="ctr">
              <a:defRPr sz="2700" b="0">
                <a:solidFill>
                  <a:srgbClr val="660874"/>
                </a:solidFill>
                <a:latin typeface="Arial"/>
                <a:ea typeface="Arial"/>
                <a:cs typeface="Arial"/>
              </a:defRPr>
            </a:lvl2pPr>
            <a:lvl3pPr algn="ctr">
              <a:defRPr sz="2700" b="0">
                <a:solidFill>
                  <a:srgbClr val="660874"/>
                </a:solidFill>
                <a:latin typeface="Arial"/>
                <a:ea typeface="Arial"/>
                <a:cs typeface="Arial"/>
              </a:defRPr>
            </a:lvl3pPr>
            <a:lvl4pPr algn="ctr">
              <a:defRPr sz="2700" b="0">
                <a:solidFill>
                  <a:srgbClr val="660874"/>
                </a:solidFill>
                <a:latin typeface="Arial"/>
                <a:ea typeface="Arial"/>
                <a:cs typeface="Arial"/>
              </a:defRPr>
            </a:lvl4pPr>
            <a:lvl5pPr algn="ctr">
              <a:defRPr sz="2700" b="0">
                <a:solidFill>
                  <a:srgbClr val="660874"/>
                </a:solidFill>
                <a:latin typeface="Arial"/>
                <a:ea typeface="Arial"/>
                <a:cs typeface="Arial"/>
              </a:defRPr>
            </a:lvl5pPr>
            <a:lvl6pPr algn="ctr">
              <a:defRPr sz="2700" b="0">
                <a:solidFill>
                  <a:srgbClr val="660874"/>
                </a:solidFill>
                <a:latin typeface="Arial"/>
                <a:ea typeface="Arial"/>
                <a:cs typeface="Arial"/>
              </a:defRPr>
            </a:lvl6pPr>
            <a:lvl7pPr algn="ctr">
              <a:defRPr sz="2700" b="0">
                <a:solidFill>
                  <a:srgbClr val="660874"/>
                </a:solidFill>
                <a:latin typeface="Arial"/>
                <a:ea typeface="Arial"/>
                <a:cs typeface="Arial"/>
              </a:defRPr>
            </a:lvl7pPr>
            <a:lvl8pPr algn="ctr">
              <a:defRPr sz="2700" b="0">
                <a:solidFill>
                  <a:srgbClr val="660874"/>
                </a:solidFill>
                <a:latin typeface="Arial"/>
                <a:ea typeface="Arial"/>
                <a:cs typeface="Arial"/>
              </a:defRPr>
            </a:lvl8pPr>
            <a:lvl9pPr algn="ctr">
              <a:defRPr sz="2700" b="0">
                <a:solidFill>
                  <a:srgbClr val="660874"/>
                </a:solidFill>
                <a:latin typeface="Arial"/>
                <a:ea typeface="Arial"/>
                <a:cs typeface="Arial"/>
              </a:defRPr>
            </a:lvl9pPr>
          </a:lstStyle>
          <a:p>
            <a:pPr algn="ctr">
              <a:defRPr sz="2700" b="0">
                <a:solidFill>
                  <a:srgbClr val="660874"/>
                </a:solidFill>
                <a:latin typeface="Arial"/>
                <a:ea typeface="Arial"/>
                <a:cs typeface="Arial"/>
              </a:defRPr>
            </a:pPr>
            <a:r>
              <a:rPr sz="2700" b="0">
                <a:solidFill>
                  <a:srgbClr val="660874"/>
                </a:solidFill>
                <a:latin typeface="Arial"/>
                <a:ea typeface="Arial"/>
                <a:cs typeface="Arial"/>
              </a:rPr>
              <a:t>FlyGM closes the sensorimotor loop</a:t>
            </a:r>
          </a:p>
        </p:txBody>
      </p:sp>
      <p:sp>
        <p:nvSpPr>
          <p:cNvPr id="2" name="4">
            <a:extLst>
              <a:ext uri="{FF2B5EF4-FFF2-40B4-BE49-F238E27FC236}">
                <a16:creationId xmlns:a16="http://schemas.microsoft.com/office/drawing/2014/main" id="{B3E83079-8322-4D4B-ACD6-EB56D271F7A9}"/>
              </a:ext>
            </a:extLst>
          </p:cNvPr>
          <p:cNvSpPr>
            <a:spLocks noGrp="1"/>
          </p:cNvSpPr>
          <p:nvPr/>
        </p:nvSpPr>
        <p:spPr>
          <a:xfrm>
            <a:off x="8477250" y="4829175"/>
            <a:ext cx="523875" cy="228600"/>
          </a:xfrm>
          <a:prstGeom prst="rect">
            <a:avLst/>
          </a:prstGeom>
          <a:noFill/>
          <a:ln w="0">
            <a:noFill/>
          </a:ln>
        </p:spPr>
        <p:txBody>
          <a:bodyPr wrap="square" lIns="0" tIns="0" rIns="0" bIns="0" anchor="ctr"/>
          <a:lstStyle>
            <a:defPPr algn="l">
              <a:defRPr sz="975" b="0">
                <a:solidFill>
                  <a:srgbClr val="898989"/>
                </a:solidFill>
                <a:latin typeface="Arial"/>
                <a:ea typeface="Arial"/>
                <a:cs typeface="Arial"/>
              </a:defRPr>
            </a:defPPr>
            <a:lvl1pPr algn="l">
              <a:defRPr sz="975" b="0">
                <a:solidFill>
                  <a:srgbClr val="898989"/>
                </a:solidFill>
                <a:latin typeface="Arial"/>
                <a:ea typeface="Arial"/>
                <a:cs typeface="Arial"/>
              </a:defRPr>
            </a:lvl1pPr>
            <a:lvl2pPr algn="l">
              <a:defRPr sz="975" b="0">
                <a:solidFill>
                  <a:srgbClr val="898989"/>
                </a:solidFill>
                <a:latin typeface="Arial"/>
                <a:ea typeface="Arial"/>
                <a:cs typeface="Arial"/>
              </a:defRPr>
            </a:lvl2pPr>
            <a:lvl3pPr algn="l">
              <a:defRPr sz="975" b="0">
                <a:solidFill>
                  <a:srgbClr val="898989"/>
                </a:solidFill>
                <a:latin typeface="Arial"/>
                <a:ea typeface="Arial"/>
                <a:cs typeface="Arial"/>
              </a:defRPr>
            </a:lvl3pPr>
            <a:lvl4pPr algn="l">
              <a:defRPr sz="975" b="0">
                <a:solidFill>
                  <a:srgbClr val="898989"/>
                </a:solidFill>
                <a:latin typeface="Arial"/>
                <a:ea typeface="Arial"/>
                <a:cs typeface="Arial"/>
              </a:defRPr>
            </a:lvl4pPr>
            <a:lvl5pPr algn="l">
              <a:defRPr sz="975" b="0">
                <a:solidFill>
                  <a:srgbClr val="898989"/>
                </a:solidFill>
                <a:latin typeface="Arial"/>
                <a:ea typeface="Arial"/>
                <a:cs typeface="Arial"/>
              </a:defRPr>
            </a:lvl5pPr>
            <a:lvl6pPr algn="l">
              <a:defRPr sz="975" b="0">
                <a:solidFill>
                  <a:srgbClr val="898989"/>
                </a:solidFill>
                <a:latin typeface="Arial"/>
                <a:ea typeface="Arial"/>
                <a:cs typeface="Arial"/>
              </a:defRPr>
            </a:lvl6pPr>
            <a:lvl7pPr algn="l">
              <a:defRPr sz="975" b="0">
                <a:solidFill>
                  <a:srgbClr val="898989"/>
                </a:solidFill>
                <a:latin typeface="Arial"/>
                <a:ea typeface="Arial"/>
                <a:cs typeface="Arial"/>
              </a:defRPr>
            </a:lvl7pPr>
            <a:lvl8pPr algn="l">
              <a:defRPr sz="975" b="0">
                <a:solidFill>
                  <a:srgbClr val="898989"/>
                </a:solidFill>
                <a:latin typeface="Arial"/>
                <a:ea typeface="Arial"/>
                <a:cs typeface="Arial"/>
              </a:defRPr>
            </a:lvl8pPr>
            <a:lvl9pPr algn="l">
              <a:defRPr sz="975" b="0">
                <a:solidFill>
                  <a:srgbClr val="898989"/>
                </a:solidFill>
                <a:latin typeface="Arial"/>
                <a:ea typeface="Arial"/>
                <a:cs typeface="Arial"/>
              </a:defRPr>
            </a:lvl9pPr>
          </a:lstStyle>
          <a:p>
            <a:pPr algn="l">
              <a:defRPr sz="975" b="0">
                <a:solidFill>
                  <a:srgbClr val="898989"/>
                </a:solidFill>
                <a:latin typeface="Arial"/>
                <a:ea typeface="Arial"/>
                <a:cs typeface="Arial"/>
              </a:defRPr>
            </a:pPr>
            <a:r>
              <a:rPr sz="975" b="0">
                <a:solidFill>
                  <a:srgbClr val="898989"/>
                </a:solidFill>
                <a:latin typeface="Arial"/>
                <a:ea typeface="Arial"/>
                <a:cs typeface="Arial"/>
              </a:rPr>
              <a:t>4</a:t>
            </a:r>
          </a:p>
        </p:txBody>
      </p:sp>
      <p:pic>
        <p:nvPicPr>
          <p:cNvPr id="3" name="Picture 2">
            <a:extLst>
              <a:ext uri="{FF2B5EF4-FFF2-40B4-BE49-F238E27FC236}">
                <a16:creationId xmlns:a16="http://schemas.microsoft.com/office/drawing/2014/main" id="{ECA9F54F-C507-40B0-BC18-8198042AB11D}"/>
              </a:ext>
            </a:extLst>
          </p:cNvPr>
          <p:cNvPicPr>
            <a:picLocks noChangeAspect="1"/>
          </p:cNvPicPr>
          <p:nvPr/>
        </p:nvPicPr>
        <p:blipFill>
          <a:blip r:embed="rId3"/>
          <a:stretch/>
        </p:blipFill>
        <p:spPr>
          <a:xfrm>
            <a:off x="381000" y="1141717"/>
            <a:ext cx="8382000" cy="2145692"/>
          </a:xfrm>
          <a:prstGeom prst="rect">
            <a:avLst/>
          </a:prstGeom>
        </p:spPr>
      </p:pic>
      <p:sp>
        <p:nvSpPr>
          <p:cNvPr id="4" name="Observe">
            <a:extLst>
              <a:ext uri="{FF2B5EF4-FFF2-40B4-BE49-F238E27FC236}">
                <a16:creationId xmlns:a16="http://schemas.microsoft.com/office/drawing/2014/main" id="{440367F1-7E2F-44E8-9609-413780FAF6F6}"/>
              </a:ext>
            </a:extLst>
          </p:cNvPr>
          <p:cNvSpPr>
            <a:spLocks noGrp="1"/>
          </p:cNvSpPr>
          <p:nvPr/>
        </p:nvSpPr>
        <p:spPr>
          <a:xfrm>
            <a:off x="666750" y="3648075"/>
            <a:ext cx="2333625" cy="400050"/>
          </a:xfrm>
          <a:prstGeom prst="rect">
            <a:avLst/>
          </a:prstGeom>
          <a:noFill/>
          <a:ln w="0">
            <a:noFill/>
          </a:ln>
        </p:spPr>
        <p:txBody>
          <a:bodyPr wrap="square" lIns="0" tIns="0" rIns="0" bIns="0" anchor="ctr"/>
          <a:lstStyle>
            <a:defPPr algn="ctr">
              <a:defRPr sz="2250" b="1">
                <a:solidFill>
                  <a:srgbClr val="2475A8"/>
                </a:solidFill>
                <a:latin typeface="Arial"/>
                <a:ea typeface="Arial"/>
                <a:cs typeface="Arial"/>
              </a:defRPr>
            </a:defPPr>
            <a:lvl1pPr algn="ctr">
              <a:defRPr sz="2250" b="1">
                <a:solidFill>
                  <a:srgbClr val="2475A8"/>
                </a:solidFill>
                <a:latin typeface="Arial"/>
                <a:ea typeface="Arial"/>
                <a:cs typeface="Arial"/>
              </a:defRPr>
            </a:lvl1pPr>
            <a:lvl2pPr algn="ctr">
              <a:defRPr sz="2250" b="1">
                <a:solidFill>
                  <a:srgbClr val="2475A8"/>
                </a:solidFill>
                <a:latin typeface="Arial"/>
                <a:ea typeface="Arial"/>
                <a:cs typeface="Arial"/>
              </a:defRPr>
            </a:lvl2pPr>
            <a:lvl3pPr algn="ctr">
              <a:defRPr sz="2250" b="1">
                <a:solidFill>
                  <a:srgbClr val="2475A8"/>
                </a:solidFill>
                <a:latin typeface="Arial"/>
                <a:ea typeface="Arial"/>
                <a:cs typeface="Arial"/>
              </a:defRPr>
            </a:lvl3pPr>
            <a:lvl4pPr algn="ctr">
              <a:defRPr sz="2250" b="1">
                <a:solidFill>
                  <a:srgbClr val="2475A8"/>
                </a:solidFill>
                <a:latin typeface="Arial"/>
                <a:ea typeface="Arial"/>
                <a:cs typeface="Arial"/>
              </a:defRPr>
            </a:lvl4pPr>
            <a:lvl5pPr algn="ctr">
              <a:defRPr sz="2250" b="1">
                <a:solidFill>
                  <a:srgbClr val="2475A8"/>
                </a:solidFill>
                <a:latin typeface="Arial"/>
                <a:ea typeface="Arial"/>
                <a:cs typeface="Arial"/>
              </a:defRPr>
            </a:lvl5pPr>
            <a:lvl6pPr algn="ctr">
              <a:defRPr sz="2250" b="1">
                <a:solidFill>
                  <a:srgbClr val="2475A8"/>
                </a:solidFill>
                <a:latin typeface="Arial"/>
                <a:ea typeface="Arial"/>
                <a:cs typeface="Arial"/>
              </a:defRPr>
            </a:lvl6pPr>
            <a:lvl7pPr algn="ctr">
              <a:defRPr sz="2250" b="1">
                <a:solidFill>
                  <a:srgbClr val="2475A8"/>
                </a:solidFill>
                <a:latin typeface="Arial"/>
                <a:ea typeface="Arial"/>
                <a:cs typeface="Arial"/>
              </a:defRPr>
            </a:lvl7pPr>
            <a:lvl8pPr algn="ctr">
              <a:defRPr sz="2250" b="1">
                <a:solidFill>
                  <a:srgbClr val="2475A8"/>
                </a:solidFill>
                <a:latin typeface="Arial"/>
                <a:ea typeface="Arial"/>
                <a:cs typeface="Arial"/>
              </a:defRPr>
            </a:lvl8pPr>
            <a:lvl9pPr algn="ctr">
              <a:defRPr sz="2250" b="1">
                <a:solidFill>
                  <a:srgbClr val="2475A8"/>
                </a:solidFill>
                <a:latin typeface="Arial"/>
                <a:ea typeface="Arial"/>
                <a:cs typeface="Arial"/>
              </a:defRPr>
            </a:lvl9pPr>
          </a:lstStyle>
          <a:p>
            <a:pPr algn="ctr">
              <a:defRPr sz="2250" b="1">
                <a:solidFill>
                  <a:srgbClr val="2475A8"/>
                </a:solidFill>
                <a:latin typeface="Arial"/>
                <a:ea typeface="Arial"/>
                <a:cs typeface="Arial"/>
              </a:defRPr>
            </a:pPr>
            <a:r>
              <a:rPr sz="2250" b="1">
                <a:solidFill>
                  <a:srgbClr val="2475A8"/>
                </a:solidFill>
                <a:latin typeface="Arial"/>
                <a:ea typeface="Arial"/>
                <a:cs typeface="Arial"/>
              </a:rPr>
              <a:t>Observe</a:t>
            </a:r>
          </a:p>
        </p:txBody>
      </p:sp>
      <p:sp>
        <p:nvSpPr>
          <p:cNvPr id="5" name="Propagate and update">
            <a:extLst>
              <a:ext uri="{FF2B5EF4-FFF2-40B4-BE49-F238E27FC236}">
                <a16:creationId xmlns:a16="http://schemas.microsoft.com/office/drawing/2014/main" id="{C50B2454-BB8F-4B70-9F11-5CC79EB15791}"/>
              </a:ext>
            </a:extLst>
          </p:cNvPr>
          <p:cNvSpPr>
            <a:spLocks noGrp="1"/>
          </p:cNvSpPr>
          <p:nvPr/>
        </p:nvSpPr>
        <p:spPr>
          <a:xfrm>
            <a:off x="3105150" y="3648075"/>
            <a:ext cx="3000375" cy="400050"/>
          </a:xfrm>
          <a:prstGeom prst="rect">
            <a:avLst/>
          </a:prstGeom>
          <a:noFill/>
          <a:ln w="0">
            <a:noFill/>
          </a:ln>
        </p:spPr>
        <p:txBody>
          <a:bodyPr wrap="square" lIns="0" tIns="0" rIns="0" bIns="0" anchor="ctr"/>
          <a:lstStyle>
            <a:defPPr algn="ctr">
              <a:defRPr sz="2250" b="1">
                <a:solidFill>
                  <a:srgbClr val="660874"/>
                </a:solidFill>
                <a:latin typeface="Arial"/>
                <a:ea typeface="Arial"/>
                <a:cs typeface="Arial"/>
              </a:defRPr>
            </a:defPPr>
            <a:lvl1pPr algn="ctr">
              <a:defRPr sz="2250" b="1">
                <a:solidFill>
                  <a:srgbClr val="660874"/>
                </a:solidFill>
                <a:latin typeface="Arial"/>
                <a:ea typeface="Arial"/>
                <a:cs typeface="Arial"/>
              </a:defRPr>
            </a:lvl1pPr>
            <a:lvl2pPr algn="ctr">
              <a:defRPr sz="2250" b="1">
                <a:solidFill>
                  <a:srgbClr val="660874"/>
                </a:solidFill>
                <a:latin typeface="Arial"/>
                <a:ea typeface="Arial"/>
                <a:cs typeface="Arial"/>
              </a:defRPr>
            </a:lvl2pPr>
            <a:lvl3pPr algn="ctr">
              <a:defRPr sz="2250" b="1">
                <a:solidFill>
                  <a:srgbClr val="660874"/>
                </a:solidFill>
                <a:latin typeface="Arial"/>
                <a:ea typeface="Arial"/>
                <a:cs typeface="Arial"/>
              </a:defRPr>
            </a:lvl3pPr>
            <a:lvl4pPr algn="ctr">
              <a:defRPr sz="2250" b="1">
                <a:solidFill>
                  <a:srgbClr val="660874"/>
                </a:solidFill>
                <a:latin typeface="Arial"/>
                <a:ea typeface="Arial"/>
                <a:cs typeface="Arial"/>
              </a:defRPr>
            </a:lvl4pPr>
            <a:lvl5pPr algn="ctr">
              <a:defRPr sz="2250" b="1">
                <a:solidFill>
                  <a:srgbClr val="660874"/>
                </a:solidFill>
                <a:latin typeface="Arial"/>
                <a:ea typeface="Arial"/>
                <a:cs typeface="Arial"/>
              </a:defRPr>
            </a:lvl5pPr>
            <a:lvl6pPr algn="ctr">
              <a:defRPr sz="2250" b="1">
                <a:solidFill>
                  <a:srgbClr val="660874"/>
                </a:solidFill>
                <a:latin typeface="Arial"/>
                <a:ea typeface="Arial"/>
                <a:cs typeface="Arial"/>
              </a:defRPr>
            </a:lvl6pPr>
            <a:lvl7pPr algn="ctr">
              <a:defRPr sz="2250" b="1">
                <a:solidFill>
                  <a:srgbClr val="660874"/>
                </a:solidFill>
                <a:latin typeface="Arial"/>
                <a:ea typeface="Arial"/>
                <a:cs typeface="Arial"/>
              </a:defRPr>
            </a:lvl7pPr>
            <a:lvl8pPr algn="ctr">
              <a:defRPr sz="2250" b="1">
                <a:solidFill>
                  <a:srgbClr val="660874"/>
                </a:solidFill>
                <a:latin typeface="Arial"/>
                <a:ea typeface="Arial"/>
                <a:cs typeface="Arial"/>
              </a:defRPr>
            </a:lvl8pPr>
            <a:lvl9pPr algn="ctr">
              <a:defRPr sz="2250" b="1">
                <a:solidFill>
                  <a:srgbClr val="660874"/>
                </a:solidFill>
                <a:latin typeface="Arial"/>
                <a:ea typeface="Arial"/>
                <a:cs typeface="Arial"/>
              </a:defRPr>
            </a:lvl9pPr>
          </a:lstStyle>
          <a:p>
            <a:pPr algn="ctr">
              <a:defRPr sz="2250" b="1">
                <a:solidFill>
                  <a:srgbClr val="660874"/>
                </a:solidFill>
                <a:latin typeface="Arial"/>
                <a:ea typeface="Arial"/>
                <a:cs typeface="Arial"/>
              </a:defRPr>
            </a:pPr>
            <a:r>
              <a:rPr sz="2250" b="1">
                <a:solidFill>
                  <a:srgbClr val="660874"/>
                </a:solidFill>
                <a:latin typeface="Arial"/>
                <a:ea typeface="Arial"/>
                <a:cs typeface="Arial"/>
              </a:rPr>
              <a:t>Propagate and update</a:t>
            </a:r>
          </a:p>
        </p:txBody>
      </p:sp>
      <p:sp>
        <p:nvSpPr>
          <p:cNvPr id="6" name="Act">
            <a:extLst>
              <a:ext uri="{FF2B5EF4-FFF2-40B4-BE49-F238E27FC236}">
                <a16:creationId xmlns:a16="http://schemas.microsoft.com/office/drawing/2014/main" id="{FC34A7E5-0635-45DA-92D7-4EDB0C5DA1FE}"/>
              </a:ext>
            </a:extLst>
          </p:cNvPr>
          <p:cNvSpPr>
            <a:spLocks noGrp="1"/>
          </p:cNvSpPr>
          <p:nvPr/>
        </p:nvSpPr>
        <p:spPr>
          <a:xfrm>
            <a:off x="6591300" y="3648075"/>
            <a:ext cx="1714500" cy="400050"/>
          </a:xfrm>
          <a:prstGeom prst="rect">
            <a:avLst/>
          </a:prstGeom>
          <a:noFill/>
          <a:ln w="0">
            <a:noFill/>
          </a:ln>
        </p:spPr>
        <p:txBody>
          <a:bodyPr wrap="square" lIns="0" tIns="0" rIns="0" bIns="0" anchor="ctr"/>
          <a:lstStyle>
            <a:defPPr algn="ctr">
              <a:defRPr sz="2250" b="1">
                <a:solidFill>
                  <a:srgbClr val="BD650B"/>
                </a:solidFill>
                <a:latin typeface="Arial"/>
                <a:ea typeface="Arial"/>
                <a:cs typeface="Arial"/>
              </a:defRPr>
            </a:defPPr>
            <a:lvl1pPr algn="ctr">
              <a:defRPr sz="2250" b="1">
                <a:solidFill>
                  <a:srgbClr val="BD650B"/>
                </a:solidFill>
                <a:latin typeface="Arial"/>
                <a:ea typeface="Arial"/>
                <a:cs typeface="Arial"/>
              </a:defRPr>
            </a:lvl1pPr>
            <a:lvl2pPr algn="ctr">
              <a:defRPr sz="2250" b="1">
                <a:solidFill>
                  <a:srgbClr val="BD650B"/>
                </a:solidFill>
                <a:latin typeface="Arial"/>
                <a:ea typeface="Arial"/>
                <a:cs typeface="Arial"/>
              </a:defRPr>
            </a:lvl2pPr>
            <a:lvl3pPr algn="ctr">
              <a:defRPr sz="2250" b="1">
                <a:solidFill>
                  <a:srgbClr val="BD650B"/>
                </a:solidFill>
                <a:latin typeface="Arial"/>
                <a:ea typeface="Arial"/>
                <a:cs typeface="Arial"/>
              </a:defRPr>
            </a:lvl3pPr>
            <a:lvl4pPr algn="ctr">
              <a:defRPr sz="2250" b="1">
                <a:solidFill>
                  <a:srgbClr val="BD650B"/>
                </a:solidFill>
                <a:latin typeface="Arial"/>
                <a:ea typeface="Arial"/>
                <a:cs typeface="Arial"/>
              </a:defRPr>
            </a:lvl4pPr>
            <a:lvl5pPr algn="ctr">
              <a:defRPr sz="2250" b="1">
                <a:solidFill>
                  <a:srgbClr val="BD650B"/>
                </a:solidFill>
                <a:latin typeface="Arial"/>
                <a:ea typeface="Arial"/>
                <a:cs typeface="Arial"/>
              </a:defRPr>
            </a:lvl5pPr>
            <a:lvl6pPr algn="ctr">
              <a:defRPr sz="2250" b="1">
                <a:solidFill>
                  <a:srgbClr val="BD650B"/>
                </a:solidFill>
                <a:latin typeface="Arial"/>
                <a:ea typeface="Arial"/>
                <a:cs typeface="Arial"/>
              </a:defRPr>
            </a:lvl6pPr>
            <a:lvl7pPr algn="ctr">
              <a:defRPr sz="2250" b="1">
                <a:solidFill>
                  <a:srgbClr val="BD650B"/>
                </a:solidFill>
                <a:latin typeface="Arial"/>
                <a:ea typeface="Arial"/>
                <a:cs typeface="Arial"/>
              </a:defRPr>
            </a:lvl7pPr>
            <a:lvl8pPr algn="ctr">
              <a:defRPr sz="2250" b="1">
                <a:solidFill>
                  <a:srgbClr val="BD650B"/>
                </a:solidFill>
                <a:latin typeface="Arial"/>
                <a:ea typeface="Arial"/>
                <a:cs typeface="Arial"/>
              </a:defRPr>
            </a:lvl8pPr>
            <a:lvl9pPr algn="ctr">
              <a:defRPr sz="2250" b="1">
                <a:solidFill>
                  <a:srgbClr val="BD650B"/>
                </a:solidFill>
                <a:latin typeface="Arial"/>
                <a:ea typeface="Arial"/>
                <a:cs typeface="Arial"/>
              </a:defRPr>
            </a:lvl9pPr>
          </a:lstStyle>
          <a:p>
            <a:pPr algn="ctr">
              <a:defRPr sz="2250" b="1">
                <a:solidFill>
                  <a:srgbClr val="BD650B"/>
                </a:solidFill>
                <a:latin typeface="Arial"/>
                <a:ea typeface="Arial"/>
                <a:cs typeface="Arial"/>
              </a:defRPr>
            </a:pPr>
            <a:r>
              <a:rPr sz="2250" b="1">
                <a:solidFill>
                  <a:srgbClr val="BD650B"/>
                </a:solidFill>
                <a:latin typeface="Arial"/>
                <a:ea typeface="Arial"/>
                <a:cs typeface="Arial"/>
              </a:rPr>
              <a:t>Act</a:t>
            </a:r>
          </a:p>
        </p:txBody>
      </p:sp>
      <p:sp>
        <p:nvSpPr>
          <p:cNvPr id="7" name="FlyGM, revised manuscript, Fig. 1 • Encoder, ">
            <a:extLst>
              <a:ext uri="{FF2B5EF4-FFF2-40B4-BE49-F238E27FC236}">
                <a16:creationId xmlns:a16="http://schemas.microsoft.com/office/drawing/2014/main" id="{DDC3DE44-5F62-4CCD-800C-6CEDAF6E5DF7}"/>
              </a:ext>
            </a:extLst>
          </p:cNvPr>
          <p:cNvSpPr>
            <a:spLocks noGrp="1"/>
          </p:cNvSpPr>
          <p:nvPr/>
        </p:nvSpPr>
        <p:spPr>
          <a:xfrm>
            <a:off x="457200" y="4629150"/>
            <a:ext cx="8096250" cy="228600"/>
          </a:xfrm>
          <a:prstGeom prst="rect">
            <a:avLst/>
          </a:prstGeom>
          <a:noFill/>
          <a:ln w="0">
            <a:noFill/>
          </a:ln>
        </p:spPr>
        <p:txBody>
          <a:bodyPr wrap="square" lIns="0" tIns="0" rIns="0" bIns="0" anchor="ctr"/>
          <a:lstStyle>
            <a:defPPr algn="l">
              <a:defRPr sz="1050" b="0">
                <a:solidFill>
                  <a:srgbClr val="555555"/>
                </a:solidFill>
                <a:latin typeface="Arial"/>
                <a:ea typeface="Arial"/>
                <a:cs typeface="Arial"/>
              </a:defRPr>
            </a:defPPr>
            <a:lvl1pPr algn="l">
              <a:defRPr sz="1050" b="0">
                <a:solidFill>
                  <a:srgbClr val="555555"/>
                </a:solidFill>
                <a:latin typeface="Arial"/>
                <a:ea typeface="Arial"/>
                <a:cs typeface="Arial"/>
              </a:defRPr>
            </a:lvl1pPr>
            <a:lvl2pPr algn="l">
              <a:defRPr sz="1050" b="0">
                <a:solidFill>
                  <a:srgbClr val="555555"/>
                </a:solidFill>
                <a:latin typeface="Arial"/>
                <a:ea typeface="Arial"/>
                <a:cs typeface="Arial"/>
              </a:defRPr>
            </a:lvl2pPr>
            <a:lvl3pPr algn="l">
              <a:defRPr sz="1050" b="0">
                <a:solidFill>
                  <a:srgbClr val="555555"/>
                </a:solidFill>
                <a:latin typeface="Arial"/>
                <a:ea typeface="Arial"/>
                <a:cs typeface="Arial"/>
              </a:defRPr>
            </a:lvl3pPr>
            <a:lvl4pPr algn="l">
              <a:defRPr sz="1050" b="0">
                <a:solidFill>
                  <a:srgbClr val="555555"/>
                </a:solidFill>
                <a:latin typeface="Arial"/>
                <a:ea typeface="Arial"/>
                <a:cs typeface="Arial"/>
              </a:defRPr>
            </a:lvl4pPr>
            <a:lvl5pPr algn="l">
              <a:defRPr sz="1050" b="0">
                <a:solidFill>
                  <a:srgbClr val="555555"/>
                </a:solidFill>
                <a:latin typeface="Arial"/>
                <a:ea typeface="Arial"/>
                <a:cs typeface="Arial"/>
              </a:defRPr>
            </a:lvl5pPr>
            <a:lvl6pPr algn="l">
              <a:defRPr sz="1050" b="0">
                <a:solidFill>
                  <a:srgbClr val="555555"/>
                </a:solidFill>
                <a:latin typeface="Arial"/>
                <a:ea typeface="Arial"/>
                <a:cs typeface="Arial"/>
              </a:defRPr>
            </a:lvl6pPr>
            <a:lvl7pPr algn="l">
              <a:defRPr sz="1050" b="0">
                <a:solidFill>
                  <a:srgbClr val="555555"/>
                </a:solidFill>
                <a:latin typeface="Arial"/>
                <a:ea typeface="Arial"/>
                <a:cs typeface="Arial"/>
              </a:defRPr>
            </a:lvl7pPr>
            <a:lvl8pPr algn="l">
              <a:defRPr sz="1050" b="0">
                <a:solidFill>
                  <a:srgbClr val="555555"/>
                </a:solidFill>
                <a:latin typeface="Arial"/>
                <a:ea typeface="Arial"/>
                <a:cs typeface="Arial"/>
              </a:defRPr>
            </a:lvl8pPr>
            <a:lvl9pPr algn="l">
              <a:defRPr sz="1050" b="0">
                <a:solidFill>
                  <a:srgbClr val="555555"/>
                </a:solidFill>
                <a:latin typeface="Arial"/>
                <a:ea typeface="Arial"/>
                <a:cs typeface="Arial"/>
              </a:defRPr>
            </a:lvl9pPr>
          </a:lstStyle>
          <a:p>
            <a:pPr algn="l">
              <a:defRPr sz="1050" b="0">
                <a:solidFill>
                  <a:srgbClr val="555555"/>
                </a:solidFill>
                <a:latin typeface="Arial"/>
                <a:ea typeface="Arial"/>
                <a:cs typeface="Arial"/>
              </a:defRPr>
            </a:pPr>
            <a:r>
              <a:rPr sz="1050" b="0">
                <a:solidFill>
                  <a:srgbClr val="555555"/>
                </a:solidFill>
                <a:latin typeface="Arial"/>
                <a:ea typeface="Arial"/>
                <a:cs typeface="Arial"/>
              </a:rPr>
              <a:t>FlyGM, revised manuscript, Fig. 1 • Encoder, graph dynamics and decoder are learned components</a:t>
            </a:r>
          </a:p>
        </p:txBody>
      </p:sp>
    </p:spTree>
    <p:extLst>
      <p:ext uri="{BB962C8B-B14F-4D97-AF65-F5344CB8AC3E}">
        <p14:creationId xmlns:p14="http://schemas.microsoft.com/office/powerpoint/2010/main" val="1526145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Biological wiring constrains learned dynamics">
            <a:extLst>
              <a:ext uri="{FF2B5EF4-FFF2-40B4-BE49-F238E27FC236}">
                <a16:creationId xmlns:a16="http://schemas.microsoft.com/office/drawing/2014/main" id="{E37F79A0-E673-4C31-832F-C545A3DEA61D}"/>
              </a:ext>
            </a:extLst>
          </p:cNvPr>
          <p:cNvSpPr>
            <a:spLocks noGrp="1"/>
          </p:cNvSpPr>
          <p:nvPr/>
        </p:nvSpPr>
        <p:spPr>
          <a:xfrm>
            <a:off x="381000" y="133350"/>
            <a:ext cx="8382000" cy="552450"/>
          </a:xfrm>
          <a:prstGeom prst="rect">
            <a:avLst/>
          </a:prstGeom>
          <a:noFill/>
          <a:ln w="0">
            <a:noFill/>
          </a:ln>
        </p:spPr>
        <p:txBody>
          <a:bodyPr wrap="square" lIns="0" tIns="0" rIns="0" bIns="0" anchor="ctr"/>
          <a:lstStyle>
            <a:defPPr algn="ctr">
              <a:defRPr sz="2700" b="0">
                <a:solidFill>
                  <a:srgbClr val="660874"/>
                </a:solidFill>
                <a:latin typeface="Arial"/>
                <a:ea typeface="Arial"/>
                <a:cs typeface="Arial"/>
              </a:defRPr>
            </a:defPPr>
            <a:lvl1pPr algn="ctr">
              <a:defRPr sz="2700" b="0">
                <a:solidFill>
                  <a:srgbClr val="660874"/>
                </a:solidFill>
                <a:latin typeface="Arial"/>
                <a:ea typeface="Arial"/>
                <a:cs typeface="Arial"/>
              </a:defRPr>
            </a:lvl1pPr>
            <a:lvl2pPr algn="ctr">
              <a:defRPr sz="2700" b="0">
                <a:solidFill>
                  <a:srgbClr val="660874"/>
                </a:solidFill>
                <a:latin typeface="Arial"/>
                <a:ea typeface="Arial"/>
                <a:cs typeface="Arial"/>
              </a:defRPr>
            </a:lvl2pPr>
            <a:lvl3pPr algn="ctr">
              <a:defRPr sz="2700" b="0">
                <a:solidFill>
                  <a:srgbClr val="660874"/>
                </a:solidFill>
                <a:latin typeface="Arial"/>
                <a:ea typeface="Arial"/>
                <a:cs typeface="Arial"/>
              </a:defRPr>
            </a:lvl3pPr>
            <a:lvl4pPr algn="ctr">
              <a:defRPr sz="2700" b="0">
                <a:solidFill>
                  <a:srgbClr val="660874"/>
                </a:solidFill>
                <a:latin typeface="Arial"/>
                <a:ea typeface="Arial"/>
                <a:cs typeface="Arial"/>
              </a:defRPr>
            </a:lvl4pPr>
            <a:lvl5pPr algn="ctr">
              <a:defRPr sz="2700" b="0">
                <a:solidFill>
                  <a:srgbClr val="660874"/>
                </a:solidFill>
                <a:latin typeface="Arial"/>
                <a:ea typeface="Arial"/>
                <a:cs typeface="Arial"/>
              </a:defRPr>
            </a:lvl5pPr>
            <a:lvl6pPr algn="ctr">
              <a:defRPr sz="2700" b="0">
                <a:solidFill>
                  <a:srgbClr val="660874"/>
                </a:solidFill>
                <a:latin typeface="Arial"/>
                <a:ea typeface="Arial"/>
                <a:cs typeface="Arial"/>
              </a:defRPr>
            </a:lvl6pPr>
            <a:lvl7pPr algn="ctr">
              <a:defRPr sz="2700" b="0">
                <a:solidFill>
                  <a:srgbClr val="660874"/>
                </a:solidFill>
                <a:latin typeface="Arial"/>
                <a:ea typeface="Arial"/>
                <a:cs typeface="Arial"/>
              </a:defRPr>
            </a:lvl7pPr>
            <a:lvl8pPr algn="ctr">
              <a:defRPr sz="2700" b="0">
                <a:solidFill>
                  <a:srgbClr val="660874"/>
                </a:solidFill>
                <a:latin typeface="Arial"/>
                <a:ea typeface="Arial"/>
                <a:cs typeface="Arial"/>
              </a:defRPr>
            </a:lvl8pPr>
            <a:lvl9pPr algn="ctr">
              <a:defRPr sz="2700" b="0">
                <a:solidFill>
                  <a:srgbClr val="660874"/>
                </a:solidFill>
                <a:latin typeface="Arial"/>
                <a:ea typeface="Arial"/>
                <a:cs typeface="Arial"/>
              </a:defRPr>
            </a:lvl9pPr>
          </a:lstStyle>
          <a:p>
            <a:pPr algn="ctr">
              <a:defRPr sz="2700" b="0">
                <a:solidFill>
                  <a:srgbClr val="660874"/>
                </a:solidFill>
                <a:latin typeface="Arial"/>
                <a:ea typeface="Arial"/>
                <a:cs typeface="Arial"/>
              </a:defRPr>
            </a:pPr>
            <a:r>
              <a:rPr sz="2700" b="0">
                <a:solidFill>
                  <a:srgbClr val="660874"/>
                </a:solidFill>
                <a:latin typeface="Arial"/>
                <a:ea typeface="Arial"/>
                <a:cs typeface="Arial"/>
              </a:rPr>
              <a:t>Biological wiring constrains learned dynamics</a:t>
            </a:r>
          </a:p>
        </p:txBody>
      </p:sp>
      <p:sp>
        <p:nvSpPr>
          <p:cNvPr id="2" name="5">
            <a:extLst>
              <a:ext uri="{FF2B5EF4-FFF2-40B4-BE49-F238E27FC236}">
                <a16:creationId xmlns:a16="http://schemas.microsoft.com/office/drawing/2014/main" id="{E3FD081B-3CC2-4D40-AD45-5357B8FF4D65}"/>
              </a:ext>
            </a:extLst>
          </p:cNvPr>
          <p:cNvSpPr>
            <a:spLocks noGrp="1"/>
          </p:cNvSpPr>
          <p:nvPr/>
        </p:nvSpPr>
        <p:spPr>
          <a:xfrm>
            <a:off x="8477250" y="4829175"/>
            <a:ext cx="523875" cy="228600"/>
          </a:xfrm>
          <a:prstGeom prst="rect">
            <a:avLst/>
          </a:prstGeom>
          <a:noFill/>
          <a:ln w="0">
            <a:noFill/>
          </a:ln>
        </p:spPr>
        <p:txBody>
          <a:bodyPr wrap="square" lIns="0" tIns="0" rIns="0" bIns="0" anchor="ctr"/>
          <a:lstStyle>
            <a:defPPr algn="l">
              <a:defRPr sz="975" b="0">
                <a:solidFill>
                  <a:srgbClr val="898989"/>
                </a:solidFill>
                <a:latin typeface="Arial"/>
                <a:ea typeface="Arial"/>
                <a:cs typeface="Arial"/>
              </a:defRPr>
            </a:defPPr>
            <a:lvl1pPr algn="l">
              <a:defRPr sz="975" b="0">
                <a:solidFill>
                  <a:srgbClr val="898989"/>
                </a:solidFill>
                <a:latin typeface="Arial"/>
                <a:ea typeface="Arial"/>
                <a:cs typeface="Arial"/>
              </a:defRPr>
            </a:lvl1pPr>
            <a:lvl2pPr algn="l">
              <a:defRPr sz="975" b="0">
                <a:solidFill>
                  <a:srgbClr val="898989"/>
                </a:solidFill>
                <a:latin typeface="Arial"/>
                <a:ea typeface="Arial"/>
                <a:cs typeface="Arial"/>
              </a:defRPr>
            </a:lvl2pPr>
            <a:lvl3pPr algn="l">
              <a:defRPr sz="975" b="0">
                <a:solidFill>
                  <a:srgbClr val="898989"/>
                </a:solidFill>
                <a:latin typeface="Arial"/>
                <a:ea typeface="Arial"/>
                <a:cs typeface="Arial"/>
              </a:defRPr>
            </a:lvl3pPr>
            <a:lvl4pPr algn="l">
              <a:defRPr sz="975" b="0">
                <a:solidFill>
                  <a:srgbClr val="898989"/>
                </a:solidFill>
                <a:latin typeface="Arial"/>
                <a:ea typeface="Arial"/>
                <a:cs typeface="Arial"/>
              </a:defRPr>
            </a:lvl4pPr>
            <a:lvl5pPr algn="l">
              <a:defRPr sz="975" b="0">
                <a:solidFill>
                  <a:srgbClr val="898989"/>
                </a:solidFill>
                <a:latin typeface="Arial"/>
                <a:ea typeface="Arial"/>
                <a:cs typeface="Arial"/>
              </a:defRPr>
            </a:lvl5pPr>
            <a:lvl6pPr algn="l">
              <a:defRPr sz="975" b="0">
                <a:solidFill>
                  <a:srgbClr val="898989"/>
                </a:solidFill>
                <a:latin typeface="Arial"/>
                <a:ea typeface="Arial"/>
                <a:cs typeface="Arial"/>
              </a:defRPr>
            </a:lvl6pPr>
            <a:lvl7pPr algn="l">
              <a:defRPr sz="975" b="0">
                <a:solidFill>
                  <a:srgbClr val="898989"/>
                </a:solidFill>
                <a:latin typeface="Arial"/>
                <a:ea typeface="Arial"/>
                <a:cs typeface="Arial"/>
              </a:defRPr>
            </a:lvl7pPr>
            <a:lvl8pPr algn="l">
              <a:defRPr sz="975" b="0">
                <a:solidFill>
                  <a:srgbClr val="898989"/>
                </a:solidFill>
                <a:latin typeface="Arial"/>
                <a:ea typeface="Arial"/>
                <a:cs typeface="Arial"/>
              </a:defRPr>
            </a:lvl8pPr>
            <a:lvl9pPr algn="l">
              <a:defRPr sz="975" b="0">
                <a:solidFill>
                  <a:srgbClr val="898989"/>
                </a:solidFill>
                <a:latin typeface="Arial"/>
                <a:ea typeface="Arial"/>
                <a:cs typeface="Arial"/>
              </a:defRPr>
            </a:lvl9pPr>
          </a:lstStyle>
          <a:p>
            <a:pPr algn="l">
              <a:defRPr sz="975" b="0">
                <a:solidFill>
                  <a:srgbClr val="898989"/>
                </a:solidFill>
                <a:latin typeface="Arial"/>
                <a:ea typeface="Arial"/>
                <a:cs typeface="Arial"/>
              </a:defRPr>
            </a:pPr>
            <a:r>
              <a:rPr sz="975" b="0">
                <a:solidFill>
                  <a:srgbClr val="898989"/>
                </a:solidFill>
                <a:latin typeface="Arial"/>
                <a:ea typeface="Arial"/>
                <a:cs typeface="Arial"/>
              </a:rPr>
              <a:t>5</a:t>
            </a:r>
          </a:p>
        </p:txBody>
      </p:sp>
      <p:pic>
        <p:nvPicPr>
          <p:cNvPr id="3" name="Picture 2">
            <a:extLst>
              <a:ext uri="{FF2B5EF4-FFF2-40B4-BE49-F238E27FC236}">
                <a16:creationId xmlns:a16="http://schemas.microsoft.com/office/drawing/2014/main" id="{A7FD9CD8-DAE3-4985-A68F-8CFAED32360B}"/>
              </a:ext>
            </a:extLst>
          </p:cNvPr>
          <p:cNvPicPr>
            <a:picLocks noChangeAspect="1"/>
          </p:cNvPicPr>
          <p:nvPr/>
        </p:nvPicPr>
        <p:blipFill>
          <a:blip r:embed="rId3"/>
          <a:stretch/>
        </p:blipFill>
        <p:spPr>
          <a:xfrm>
            <a:off x="738188" y="952500"/>
            <a:ext cx="3238500" cy="3238500"/>
          </a:xfrm>
          <a:prstGeom prst="rect">
            <a:avLst/>
          </a:prstGeom>
        </p:spPr>
      </p:pic>
      <p:sp>
        <p:nvSpPr>
          <p:cNvPr id="4" name="Fixed routing">
            <a:extLst>
              <a:ext uri="{FF2B5EF4-FFF2-40B4-BE49-F238E27FC236}">
                <a16:creationId xmlns:a16="http://schemas.microsoft.com/office/drawing/2014/main" id="{19748D9E-2624-46CD-A541-F7BF556A35E0}"/>
              </a:ext>
            </a:extLst>
          </p:cNvPr>
          <p:cNvSpPr>
            <a:spLocks noGrp="1"/>
          </p:cNvSpPr>
          <p:nvPr/>
        </p:nvSpPr>
        <p:spPr>
          <a:xfrm>
            <a:off x="4857750" y="1000125"/>
            <a:ext cx="3714750" cy="381000"/>
          </a:xfrm>
          <a:prstGeom prst="rect">
            <a:avLst/>
          </a:prstGeom>
          <a:noFill/>
          <a:ln w="0">
            <a:noFill/>
          </a:ln>
        </p:spPr>
        <p:txBody>
          <a:bodyPr wrap="square" lIns="0" tIns="0" rIns="0" bIns="0" anchor="ctr"/>
          <a:lstStyle>
            <a:defPPr algn="l">
              <a:defRPr sz="2250" b="1">
                <a:solidFill>
                  <a:srgbClr val="660874"/>
                </a:solidFill>
                <a:latin typeface="Arial"/>
                <a:ea typeface="Arial"/>
                <a:cs typeface="Arial"/>
              </a:defRPr>
            </a:defPPr>
            <a:lvl1pPr algn="l">
              <a:defRPr sz="2250" b="1">
                <a:solidFill>
                  <a:srgbClr val="660874"/>
                </a:solidFill>
                <a:latin typeface="Arial"/>
                <a:ea typeface="Arial"/>
                <a:cs typeface="Arial"/>
              </a:defRPr>
            </a:lvl1pPr>
            <a:lvl2pPr algn="l">
              <a:defRPr sz="2250" b="1">
                <a:solidFill>
                  <a:srgbClr val="660874"/>
                </a:solidFill>
                <a:latin typeface="Arial"/>
                <a:ea typeface="Arial"/>
                <a:cs typeface="Arial"/>
              </a:defRPr>
            </a:lvl2pPr>
            <a:lvl3pPr algn="l">
              <a:defRPr sz="2250" b="1">
                <a:solidFill>
                  <a:srgbClr val="660874"/>
                </a:solidFill>
                <a:latin typeface="Arial"/>
                <a:ea typeface="Arial"/>
                <a:cs typeface="Arial"/>
              </a:defRPr>
            </a:lvl3pPr>
            <a:lvl4pPr algn="l">
              <a:defRPr sz="2250" b="1">
                <a:solidFill>
                  <a:srgbClr val="660874"/>
                </a:solidFill>
                <a:latin typeface="Arial"/>
                <a:ea typeface="Arial"/>
                <a:cs typeface="Arial"/>
              </a:defRPr>
            </a:lvl4pPr>
            <a:lvl5pPr algn="l">
              <a:defRPr sz="2250" b="1">
                <a:solidFill>
                  <a:srgbClr val="660874"/>
                </a:solidFill>
                <a:latin typeface="Arial"/>
                <a:ea typeface="Arial"/>
                <a:cs typeface="Arial"/>
              </a:defRPr>
            </a:lvl5pPr>
            <a:lvl6pPr algn="l">
              <a:defRPr sz="2250" b="1">
                <a:solidFill>
                  <a:srgbClr val="660874"/>
                </a:solidFill>
                <a:latin typeface="Arial"/>
                <a:ea typeface="Arial"/>
                <a:cs typeface="Arial"/>
              </a:defRPr>
            </a:lvl6pPr>
            <a:lvl7pPr algn="l">
              <a:defRPr sz="2250" b="1">
                <a:solidFill>
                  <a:srgbClr val="660874"/>
                </a:solidFill>
                <a:latin typeface="Arial"/>
                <a:ea typeface="Arial"/>
                <a:cs typeface="Arial"/>
              </a:defRPr>
            </a:lvl7pPr>
            <a:lvl8pPr algn="l">
              <a:defRPr sz="2250" b="1">
                <a:solidFill>
                  <a:srgbClr val="660874"/>
                </a:solidFill>
                <a:latin typeface="Arial"/>
                <a:ea typeface="Arial"/>
                <a:cs typeface="Arial"/>
              </a:defRPr>
            </a:lvl8pPr>
            <a:lvl9pPr algn="l">
              <a:defRPr sz="2250" b="1">
                <a:solidFill>
                  <a:srgbClr val="660874"/>
                </a:solidFill>
                <a:latin typeface="Arial"/>
                <a:ea typeface="Arial"/>
                <a:cs typeface="Arial"/>
              </a:defRPr>
            </a:lvl9pPr>
          </a:lstStyle>
          <a:p>
            <a:pPr algn="l">
              <a:defRPr sz="2250" b="1">
                <a:solidFill>
                  <a:srgbClr val="660874"/>
                </a:solidFill>
                <a:latin typeface="Arial"/>
                <a:ea typeface="Arial"/>
                <a:cs typeface="Arial"/>
              </a:defRPr>
            </a:pPr>
            <a:r>
              <a:rPr sz="2250" b="1">
                <a:solidFill>
                  <a:srgbClr val="660874"/>
                </a:solidFill>
                <a:latin typeface="Arial"/>
                <a:ea typeface="Arial"/>
                <a:cs typeface="Arial"/>
              </a:rPr>
              <a:t>Fixed routing</a:t>
            </a:r>
          </a:p>
        </p:txBody>
      </p:sp>
      <p:sp>
        <p:nvSpPr>
          <p:cNvPr id="5" name="Directed connectivity&#10;Approximate signed weig">
            <a:extLst>
              <a:ext uri="{FF2B5EF4-FFF2-40B4-BE49-F238E27FC236}">
                <a16:creationId xmlns:a16="http://schemas.microsoft.com/office/drawing/2014/main" id="{5E175E9B-E6A5-46A4-851E-8D805710DA56}"/>
              </a:ext>
            </a:extLst>
          </p:cNvPr>
          <p:cNvSpPr>
            <a:spLocks noGrp="1"/>
          </p:cNvSpPr>
          <p:nvPr/>
        </p:nvSpPr>
        <p:spPr>
          <a:xfrm>
            <a:off x="4857750" y="1476375"/>
            <a:ext cx="3714750" cy="904875"/>
          </a:xfrm>
          <a:prstGeom prst="rect">
            <a:avLst/>
          </a:prstGeom>
          <a:noFill/>
          <a:ln w="0">
            <a:noFill/>
          </a:ln>
        </p:spPr>
        <p:txBody>
          <a:bodyPr wrap="square" lIns="0" tIns="0" rIns="0" bIns="0" anchor="ctr"/>
          <a:lstStyle>
            <a:defPPr algn="l">
              <a:defRPr sz="1950" b="0">
                <a:solidFill>
                  <a:srgbClr val="222222"/>
                </a:solidFill>
                <a:latin typeface="Arial"/>
                <a:ea typeface="Arial"/>
                <a:cs typeface="Arial"/>
              </a:defRPr>
            </a:defPPr>
            <a:lvl1pPr algn="l">
              <a:defRPr sz="1950" b="0">
                <a:solidFill>
                  <a:srgbClr val="222222"/>
                </a:solidFill>
                <a:latin typeface="Arial"/>
                <a:ea typeface="Arial"/>
                <a:cs typeface="Arial"/>
              </a:defRPr>
            </a:lvl1pPr>
            <a:lvl2pPr algn="l">
              <a:defRPr sz="1950" b="0">
                <a:solidFill>
                  <a:srgbClr val="222222"/>
                </a:solidFill>
                <a:latin typeface="Arial"/>
                <a:ea typeface="Arial"/>
                <a:cs typeface="Arial"/>
              </a:defRPr>
            </a:lvl2pPr>
            <a:lvl3pPr algn="l">
              <a:defRPr sz="1950" b="0">
                <a:solidFill>
                  <a:srgbClr val="222222"/>
                </a:solidFill>
                <a:latin typeface="Arial"/>
                <a:ea typeface="Arial"/>
                <a:cs typeface="Arial"/>
              </a:defRPr>
            </a:lvl3pPr>
            <a:lvl4pPr algn="l">
              <a:defRPr sz="1950" b="0">
                <a:solidFill>
                  <a:srgbClr val="222222"/>
                </a:solidFill>
                <a:latin typeface="Arial"/>
                <a:ea typeface="Arial"/>
                <a:cs typeface="Arial"/>
              </a:defRPr>
            </a:lvl4pPr>
            <a:lvl5pPr algn="l">
              <a:defRPr sz="1950" b="0">
                <a:solidFill>
                  <a:srgbClr val="222222"/>
                </a:solidFill>
                <a:latin typeface="Arial"/>
                <a:ea typeface="Arial"/>
                <a:cs typeface="Arial"/>
              </a:defRPr>
            </a:lvl5pPr>
            <a:lvl6pPr algn="l">
              <a:defRPr sz="1950" b="0">
                <a:solidFill>
                  <a:srgbClr val="222222"/>
                </a:solidFill>
                <a:latin typeface="Arial"/>
                <a:ea typeface="Arial"/>
                <a:cs typeface="Arial"/>
              </a:defRPr>
            </a:lvl6pPr>
            <a:lvl7pPr algn="l">
              <a:defRPr sz="1950" b="0">
                <a:solidFill>
                  <a:srgbClr val="222222"/>
                </a:solidFill>
                <a:latin typeface="Arial"/>
                <a:ea typeface="Arial"/>
                <a:cs typeface="Arial"/>
              </a:defRPr>
            </a:lvl7pPr>
            <a:lvl8pPr algn="l">
              <a:defRPr sz="1950" b="0">
                <a:solidFill>
                  <a:srgbClr val="222222"/>
                </a:solidFill>
                <a:latin typeface="Arial"/>
                <a:ea typeface="Arial"/>
                <a:cs typeface="Arial"/>
              </a:defRPr>
            </a:lvl8pPr>
            <a:lvl9pPr algn="l">
              <a:defRPr sz="1950" b="0">
                <a:solidFill>
                  <a:srgbClr val="222222"/>
                </a:solidFill>
                <a:latin typeface="Arial"/>
                <a:ea typeface="Arial"/>
                <a:cs typeface="Arial"/>
              </a:defRPr>
            </a:lvl9pPr>
          </a:lstStyle>
          <a:p>
            <a:pPr algn="l">
              <a:defRPr sz="1950" b="0">
                <a:solidFill>
                  <a:srgbClr val="222222"/>
                </a:solidFill>
                <a:latin typeface="Arial"/>
                <a:ea typeface="Arial"/>
                <a:cs typeface="Arial"/>
              </a:defRPr>
            </a:pPr>
            <a:r>
              <a:rPr sz="1950" b="0">
                <a:solidFill>
                  <a:srgbClr val="222222"/>
                </a:solidFill>
                <a:latin typeface="Arial"/>
                <a:ea typeface="Arial"/>
                <a:cs typeface="Arial"/>
              </a:rPr>
              <a:t>Directed connectivity</a:t>
            </a:r>
          </a:p>
          <a:p>
            <a:pPr algn="l">
              <a:defRPr sz="1950" b="0">
                <a:solidFill>
                  <a:srgbClr val="222222"/>
                </a:solidFill>
                <a:latin typeface="Arial"/>
                <a:ea typeface="Arial"/>
                <a:cs typeface="Arial"/>
              </a:defRPr>
            </a:pPr>
            <a:r>
              <a:rPr sz="1950" b="0">
                <a:solidFill>
                  <a:srgbClr val="222222"/>
                </a:solidFill>
                <a:latin typeface="Arial"/>
                <a:ea typeface="Arial"/>
                <a:cs typeface="Arial"/>
              </a:rPr>
              <a:t>Approximate signed weights</a:t>
            </a:r>
          </a:p>
        </p:txBody>
      </p:sp>
      <p:sp>
        <p:nvSpPr>
          <p:cNvPr id="6" name="Learned transformations">
            <a:extLst>
              <a:ext uri="{FF2B5EF4-FFF2-40B4-BE49-F238E27FC236}">
                <a16:creationId xmlns:a16="http://schemas.microsoft.com/office/drawing/2014/main" id="{5F3B2986-6B69-438D-B333-F5AB6D426092}"/>
              </a:ext>
            </a:extLst>
          </p:cNvPr>
          <p:cNvSpPr>
            <a:spLocks noGrp="1"/>
          </p:cNvSpPr>
          <p:nvPr/>
        </p:nvSpPr>
        <p:spPr>
          <a:xfrm>
            <a:off x="4857750" y="2571750"/>
            <a:ext cx="3714750" cy="381000"/>
          </a:xfrm>
          <a:prstGeom prst="rect">
            <a:avLst/>
          </a:prstGeom>
          <a:noFill/>
          <a:ln w="0">
            <a:noFill/>
          </a:ln>
        </p:spPr>
        <p:txBody>
          <a:bodyPr wrap="square" lIns="0" tIns="0" rIns="0" bIns="0" anchor="ctr"/>
          <a:lstStyle>
            <a:defPPr algn="l">
              <a:defRPr sz="2175" b="1">
                <a:solidFill>
                  <a:srgbClr val="660874"/>
                </a:solidFill>
                <a:latin typeface="Arial"/>
                <a:ea typeface="Arial"/>
                <a:cs typeface="Arial"/>
              </a:defRPr>
            </a:defPPr>
            <a:lvl1pPr algn="l">
              <a:defRPr sz="2175" b="1">
                <a:solidFill>
                  <a:srgbClr val="660874"/>
                </a:solidFill>
                <a:latin typeface="Arial"/>
                <a:ea typeface="Arial"/>
                <a:cs typeface="Arial"/>
              </a:defRPr>
            </a:lvl1pPr>
            <a:lvl2pPr algn="l">
              <a:defRPr sz="2175" b="1">
                <a:solidFill>
                  <a:srgbClr val="660874"/>
                </a:solidFill>
                <a:latin typeface="Arial"/>
                <a:ea typeface="Arial"/>
                <a:cs typeface="Arial"/>
              </a:defRPr>
            </a:lvl2pPr>
            <a:lvl3pPr algn="l">
              <a:defRPr sz="2175" b="1">
                <a:solidFill>
                  <a:srgbClr val="660874"/>
                </a:solidFill>
                <a:latin typeface="Arial"/>
                <a:ea typeface="Arial"/>
                <a:cs typeface="Arial"/>
              </a:defRPr>
            </a:lvl3pPr>
            <a:lvl4pPr algn="l">
              <a:defRPr sz="2175" b="1">
                <a:solidFill>
                  <a:srgbClr val="660874"/>
                </a:solidFill>
                <a:latin typeface="Arial"/>
                <a:ea typeface="Arial"/>
                <a:cs typeface="Arial"/>
              </a:defRPr>
            </a:lvl4pPr>
            <a:lvl5pPr algn="l">
              <a:defRPr sz="2175" b="1">
                <a:solidFill>
                  <a:srgbClr val="660874"/>
                </a:solidFill>
                <a:latin typeface="Arial"/>
                <a:ea typeface="Arial"/>
                <a:cs typeface="Arial"/>
              </a:defRPr>
            </a:lvl5pPr>
            <a:lvl6pPr algn="l">
              <a:defRPr sz="2175" b="1">
                <a:solidFill>
                  <a:srgbClr val="660874"/>
                </a:solidFill>
                <a:latin typeface="Arial"/>
                <a:ea typeface="Arial"/>
                <a:cs typeface="Arial"/>
              </a:defRPr>
            </a:lvl6pPr>
            <a:lvl7pPr algn="l">
              <a:defRPr sz="2175" b="1">
                <a:solidFill>
                  <a:srgbClr val="660874"/>
                </a:solidFill>
                <a:latin typeface="Arial"/>
                <a:ea typeface="Arial"/>
                <a:cs typeface="Arial"/>
              </a:defRPr>
            </a:lvl7pPr>
            <a:lvl8pPr algn="l">
              <a:defRPr sz="2175" b="1">
                <a:solidFill>
                  <a:srgbClr val="660874"/>
                </a:solidFill>
                <a:latin typeface="Arial"/>
                <a:ea typeface="Arial"/>
                <a:cs typeface="Arial"/>
              </a:defRPr>
            </a:lvl8pPr>
            <a:lvl9pPr algn="l">
              <a:defRPr sz="2175" b="1">
                <a:solidFill>
                  <a:srgbClr val="660874"/>
                </a:solidFill>
                <a:latin typeface="Arial"/>
                <a:ea typeface="Arial"/>
                <a:cs typeface="Arial"/>
              </a:defRPr>
            </a:lvl9pPr>
          </a:lstStyle>
          <a:p>
            <a:pPr algn="l">
              <a:defRPr sz="2175" b="1">
                <a:solidFill>
                  <a:srgbClr val="660874"/>
                </a:solidFill>
                <a:latin typeface="Arial"/>
                <a:ea typeface="Arial"/>
                <a:cs typeface="Arial"/>
              </a:defRPr>
            </a:pPr>
            <a:r>
              <a:rPr sz="2175" b="1">
                <a:solidFill>
                  <a:srgbClr val="660874"/>
                </a:solidFill>
                <a:latin typeface="Arial"/>
                <a:ea typeface="Arial"/>
                <a:cs typeface="Arial"/>
              </a:rPr>
              <a:t>Learned transformations</a:t>
            </a:r>
          </a:p>
        </p:txBody>
      </p:sp>
      <p:sp>
        <p:nvSpPr>
          <p:cNvPr id="7" name="Encoder and decoder&#10;Neuron descriptors&#10;Shared">
            <a:extLst>
              <a:ext uri="{FF2B5EF4-FFF2-40B4-BE49-F238E27FC236}">
                <a16:creationId xmlns:a16="http://schemas.microsoft.com/office/drawing/2014/main" id="{EE13E8FD-A939-4CB7-8976-D84FEBCEFF8C}"/>
              </a:ext>
            </a:extLst>
          </p:cNvPr>
          <p:cNvSpPr>
            <a:spLocks noGrp="1"/>
          </p:cNvSpPr>
          <p:nvPr/>
        </p:nvSpPr>
        <p:spPr>
          <a:xfrm>
            <a:off x="4857750" y="3048000"/>
            <a:ext cx="3714750" cy="1143000"/>
          </a:xfrm>
          <a:prstGeom prst="rect">
            <a:avLst/>
          </a:prstGeom>
          <a:noFill/>
          <a:ln w="0">
            <a:noFill/>
          </a:ln>
        </p:spPr>
        <p:txBody>
          <a:bodyPr wrap="square" lIns="0" tIns="0" rIns="0" bIns="0" anchor="ctr"/>
          <a:lstStyle>
            <a:defPPr algn="l">
              <a:defRPr sz="1950" b="0">
                <a:solidFill>
                  <a:srgbClr val="222222"/>
                </a:solidFill>
                <a:latin typeface="Arial"/>
                <a:ea typeface="Arial"/>
                <a:cs typeface="Arial"/>
              </a:defRPr>
            </a:defPPr>
            <a:lvl1pPr algn="l">
              <a:defRPr sz="1950" b="0">
                <a:solidFill>
                  <a:srgbClr val="222222"/>
                </a:solidFill>
                <a:latin typeface="Arial"/>
                <a:ea typeface="Arial"/>
                <a:cs typeface="Arial"/>
              </a:defRPr>
            </a:lvl1pPr>
            <a:lvl2pPr algn="l">
              <a:defRPr sz="1950" b="0">
                <a:solidFill>
                  <a:srgbClr val="222222"/>
                </a:solidFill>
                <a:latin typeface="Arial"/>
                <a:ea typeface="Arial"/>
                <a:cs typeface="Arial"/>
              </a:defRPr>
            </a:lvl2pPr>
            <a:lvl3pPr algn="l">
              <a:defRPr sz="1950" b="0">
                <a:solidFill>
                  <a:srgbClr val="222222"/>
                </a:solidFill>
                <a:latin typeface="Arial"/>
                <a:ea typeface="Arial"/>
                <a:cs typeface="Arial"/>
              </a:defRPr>
            </a:lvl3pPr>
            <a:lvl4pPr algn="l">
              <a:defRPr sz="1950" b="0">
                <a:solidFill>
                  <a:srgbClr val="222222"/>
                </a:solidFill>
                <a:latin typeface="Arial"/>
                <a:ea typeface="Arial"/>
                <a:cs typeface="Arial"/>
              </a:defRPr>
            </a:lvl4pPr>
            <a:lvl5pPr algn="l">
              <a:defRPr sz="1950" b="0">
                <a:solidFill>
                  <a:srgbClr val="222222"/>
                </a:solidFill>
                <a:latin typeface="Arial"/>
                <a:ea typeface="Arial"/>
                <a:cs typeface="Arial"/>
              </a:defRPr>
            </a:lvl5pPr>
            <a:lvl6pPr algn="l">
              <a:defRPr sz="1950" b="0">
                <a:solidFill>
                  <a:srgbClr val="222222"/>
                </a:solidFill>
                <a:latin typeface="Arial"/>
                <a:ea typeface="Arial"/>
                <a:cs typeface="Arial"/>
              </a:defRPr>
            </a:lvl6pPr>
            <a:lvl7pPr algn="l">
              <a:defRPr sz="1950" b="0">
                <a:solidFill>
                  <a:srgbClr val="222222"/>
                </a:solidFill>
                <a:latin typeface="Arial"/>
                <a:ea typeface="Arial"/>
                <a:cs typeface="Arial"/>
              </a:defRPr>
            </a:lvl7pPr>
            <a:lvl8pPr algn="l">
              <a:defRPr sz="1950" b="0">
                <a:solidFill>
                  <a:srgbClr val="222222"/>
                </a:solidFill>
                <a:latin typeface="Arial"/>
                <a:ea typeface="Arial"/>
                <a:cs typeface="Arial"/>
              </a:defRPr>
            </a:lvl8pPr>
            <a:lvl9pPr algn="l">
              <a:defRPr sz="1950" b="0">
                <a:solidFill>
                  <a:srgbClr val="222222"/>
                </a:solidFill>
                <a:latin typeface="Arial"/>
                <a:ea typeface="Arial"/>
                <a:cs typeface="Arial"/>
              </a:defRPr>
            </a:lvl9pPr>
          </a:lstStyle>
          <a:p>
            <a:pPr algn="l">
              <a:defRPr sz="1950" b="0">
                <a:solidFill>
                  <a:srgbClr val="222222"/>
                </a:solidFill>
                <a:latin typeface="Arial"/>
                <a:ea typeface="Arial"/>
                <a:cs typeface="Arial"/>
              </a:defRPr>
            </a:pPr>
            <a:r>
              <a:rPr sz="1950" b="0">
                <a:solidFill>
                  <a:srgbClr val="222222"/>
                </a:solidFill>
                <a:latin typeface="Arial"/>
                <a:ea typeface="Arial"/>
                <a:cs typeface="Arial"/>
              </a:rPr>
              <a:t>Encoder and decoder</a:t>
            </a:r>
          </a:p>
          <a:p>
            <a:pPr algn="l">
              <a:defRPr sz="1950" b="0">
                <a:solidFill>
                  <a:srgbClr val="222222"/>
                </a:solidFill>
                <a:latin typeface="Arial"/>
                <a:ea typeface="Arial"/>
                <a:cs typeface="Arial"/>
              </a:defRPr>
            </a:pPr>
            <a:r>
              <a:rPr sz="1950" b="0">
                <a:solidFill>
                  <a:srgbClr val="222222"/>
                </a:solidFill>
                <a:latin typeface="Arial"/>
                <a:ea typeface="Arial"/>
                <a:cs typeface="Arial"/>
              </a:rPr>
              <a:t>Neuron descriptors</a:t>
            </a:r>
          </a:p>
          <a:p>
            <a:pPr algn="l">
              <a:defRPr sz="1950" b="0">
                <a:solidFill>
                  <a:srgbClr val="222222"/>
                </a:solidFill>
                <a:latin typeface="Arial"/>
                <a:ea typeface="Arial"/>
                <a:cs typeface="Arial"/>
              </a:defRPr>
            </a:pPr>
            <a:r>
              <a:rPr sz="1950" b="0">
                <a:solidFill>
                  <a:srgbClr val="222222"/>
                </a:solidFill>
                <a:latin typeface="Arial"/>
                <a:ea typeface="Arial"/>
                <a:cs typeface="Arial"/>
              </a:rPr>
              <a:t>Shared state update</a:t>
            </a:r>
          </a:p>
        </p:txBody>
      </p:sp>
      <p:sp>
        <p:nvSpPr>
          <p:cNvPr id="8" name="M = W H">
            <a:extLst>
              <a:ext uri="{FF2B5EF4-FFF2-40B4-BE49-F238E27FC236}">
                <a16:creationId xmlns:a16="http://schemas.microsoft.com/office/drawing/2014/main" id="{7A769466-E639-4EF0-8406-604F62903339}"/>
              </a:ext>
            </a:extLst>
          </p:cNvPr>
          <p:cNvSpPr>
            <a:spLocks noGrp="1"/>
          </p:cNvSpPr>
          <p:nvPr/>
        </p:nvSpPr>
        <p:spPr>
          <a:xfrm>
            <a:off x="952500" y="4076700"/>
            <a:ext cx="2857500" cy="428625"/>
          </a:xfrm>
          <a:prstGeom prst="rect">
            <a:avLst/>
          </a:prstGeom>
          <a:noFill/>
          <a:ln w="0">
            <a:noFill/>
          </a:ln>
        </p:spPr>
        <p:txBody>
          <a:bodyPr wrap="square" lIns="0" tIns="0" rIns="0" bIns="0" anchor="ctr"/>
          <a:lstStyle>
            <a:defPPr algn="ctr">
              <a:defRPr sz="2625" b="1">
                <a:solidFill>
                  <a:srgbClr val="660874"/>
                </a:solidFill>
                <a:latin typeface="Arial"/>
                <a:ea typeface="Arial"/>
                <a:cs typeface="Arial"/>
              </a:defRPr>
            </a:defPPr>
            <a:lvl1pPr algn="ctr">
              <a:defRPr sz="2625" b="1">
                <a:solidFill>
                  <a:srgbClr val="660874"/>
                </a:solidFill>
                <a:latin typeface="Arial"/>
                <a:ea typeface="Arial"/>
                <a:cs typeface="Arial"/>
              </a:defRPr>
            </a:lvl1pPr>
            <a:lvl2pPr algn="ctr">
              <a:defRPr sz="2625" b="1">
                <a:solidFill>
                  <a:srgbClr val="660874"/>
                </a:solidFill>
                <a:latin typeface="Arial"/>
                <a:ea typeface="Arial"/>
                <a:cs typeface="Arial"/>
              </a:defRPr>
            </a:lvl2pPr>
            <a:lvl3pPr algn="ctr">
              <a:defRPr sz="2625" b="1">
                <a:solidFill>
                  <a:srgbClr val="660874"/>
                </a:solidFill>
                <a:latin typeface="Arial"/>
                <a:ea typeface="Arial"/>
                <a:cs typeface="Arial"/>
              </a:defRPr>
            </a:lvl3pPr>
            <a:lvl4pPr algn="ctr">
              <a:defRPr sz="2625" b="1">
                <a:solidFill>
                  <a:srgbClr val="660874"/>
                </a:solidFill>
                <a:latin typeface="Arial"/>
                <a:ea typeface="Arial"/>
                <a:cs typeface="Arial"/>
              </a:defRPr>
            </a:lvl4pPr>
            <a:lvl5pPr algn="ctr">
              <a:defRPr sz="2625" b="1">
                <a:solidFill>
                  <a:srgbClr val="660874"/>
                </a:solidFill>
                <a:latin typeface="Arial"/>
                <a:ea typeface="Arial"/>
                <a:cs typeface="Arial"/>
              </a:defRPr>
            </a:lvl5pPr>
            <a:lvl6pPr algn="ctr">
              <a:defRPr sz="2625" b="1">
                <a:solidFill>
                  <a:srgbClr val="660874"/>
                </a:solidFill>
                <a:latin typeface="Arial"/>
                <a:ea typeface="Arial"/>
                <a:cs typeface="Arial"/>
              </a:defRPr>
            </a:lvl6pPr>
            <a:lvl7pPr algn="ctr">
              <a:defRPr sz="2625" b="1">
                <a:solidFill>
                  <a:srgbClr val="660874"/>
                </a:solidFill>
                <a:latin typeface="Arial"/>
                <a:ea typeface="Arial"/>
                <a:cs typeface="Arial"/>
              </a:defRPr>
            </a:lvl7pPr>
            <a:lvl8pPr algn="ctr">
              <a:defRPr sz="2625" b="1">
                <a:solidFill>
                  <a:srgbClr val="660874"/>
                </a:solidFill>
                <a:latin typeface="Arial"/>
                <a:ea typeface="Arial"/>
                <a:cs typeface="Arial"/>
              </a:defRPr>
            </a:lvl8pPr>
            <a:lvl9pPr algn="ctr">
              <a:defRPr sz="2625" b="1">
                <a:solidFill>
                  <a:srgbClr val="660874"/>
                </a:solidFill>
                <a:latin typeface="Arial"/>
                <a:ea typeface="Arial"/>
                <a:cs typeface="Arial"/>
              </a:defRPr>
            </a:lvl9pPr>
          </a:lstStyle>
          <a:p>
            <a:pPr algn="ctr">
              <a:defRPr sz="2625" b="1">
                <a:solidFill>
                  <a:srgbClr val="660874"/>
                </a:solidFill>
                <a:latin typeface="Arial"/>
                <a:ea typeface="Arial"/>
                <a:cs typeface="Arial"/>
              </a:defRPr>
            </a:pPr>
            <a:r>
              <a:rPr sz="2625" b="1">
                <a:solidFill>
                  <a:srgbClr val="660874"/>
                </a:solidFill>
                <a:latin typeface="Arial"/>
                <a:ea typeface="Arial"/>
                <a:cs typeface="Arial"/>
              </a:rPr>
              <a:t>M = W H</a:t>
            </a:r>
          </a:p>
        </p:txBody>
      </p:sp>
      <p:sp>
        <p:nvSpPr>
          <p:cNvPr id="9" name="FlyGM, Section 2.1 • Graph layout represents ">
            <a:extLst>
              <a:ext uri="{FF2B5EF4-FFF2-40B4-BE49-F238E27FC236}">
                <a16:creationId xmlns:a16="http://schemas.microsoft.com/office/drawing/2014/main" id="{ED4363CC-2570-4877-AF70-52A50F620700}"/>
              </a:ext>
            </a:extLst>
          </p:cNvPr>
          <p:cNvSpPr>
            <a:spLocks noGrp="1"/>
          </p:cNvSpPr>
          <p:nvPr/>
        </p:nvSpPr>
        <p:spPr>
          <a:xfrm>
            <a:off x="457200" y="4629150"/>
            <a:ext cx="8096250" cy="228600"/>
          </a:xfrm>
          <a:prstGeom prst="rect">
            <a:avLst/>
          </a:prstGeom>
          <a:noFill/>
          <a:ln w="0">
            <a:noFill/>
          </a:ln>
        </p:spPr>
        <p:txBody>
          <a:bodyPr wrap="square" lIns="0" tIns="0" rIns="0" bIns="0" anchor="ctr"/>
          <a:lstStyle>
            <a:defPPr algn="l">
              <a:defRPr sz="1050" b="0">
                <a:solidFill>
                  <a:srgbClr val="555555"/>
                </a:solidFill>
                <a:latin typeface="Arial"/>
                <a:ea typeface="Arial"/>
                <a:cs typeface="Arial"/>
              </a:defRPr>
            </a:defPPr>
            <a:lvl1pPr algn="l">
              <a:defRPr sz="1050" b="0">
                <a:solidFill>
                  <a:srgbClr val="555555"/>
                </a:solidFill>
                <a:latin typeface="Arial"/>
                <a:ea typeface="Arial"/>
                <a:cs typeface="Arial"/>
              </a:defRPr>
            </a:lvl1pPr>
            <a:lvl2pPr algn="l">
              <a:defRPr sz="1050" b="0">
                <a:solidFill>
                  <a:srgbClr val="555555"/>
                </a:solidFill>
                <a:latin typeface="Arial"/>
                <a:ea typeface="Arial"/>
                <a:cs typeface="Arial"/>
              </a:defRPr>
            </a:lvl2pPr>
            <a:lvl3pPr algn="l">
              <a:defRPr sz="1050" b="0">
                <a:solidFill>
                  <a:srgbClr val="555555"/>
                </a:solidFill>
                <a:latin typeface="Arial"/>
                <a:ea typeface="Arial"/>
                <a:cs typeface="Arial"/>
              </a:defRPr>
            </a:lvl3pPr>
            <a:lvl4pPr algn="l">
              <a:defRPr sz="1050" b="0">
                <a:solidFill>
                  <a:srgbClr val="555555"/>
                </a:solidFill>
                <a:latin typeface="Arial"/>
                <a:ea typeface="Arial"/>
                <a:cs typeface="Arial"/>
              </a:defRPr>
            </a:lvl4pPr>
            <a:lvl5pPr algn="l">
              <a:defRPr sz="1050" b="0">
                <a:solidFill>
                  <a:srgbClr val="555555"/>
                </a:solidFill>
                <a:latin typeface="Arial"/>
                <a:ea typeface="Arial"/>
                <a:cs typeface="Arial"/>
              </a:defRPr>
            </a:lvl5pPr>
            <a:lvl6pPr algn="l">
              <a:defRPr sz="1050" b="0">
                <a:solidFill>
                  <a:srgbClr val="555555"/>
                </a:solidFill>
                <a:latin typeface="Arial"/>
                <a:ea typeface="Arial"/>
                <a:cs typeface="Arial"/>
              </a:defRPr>
            </a:lvl6pPr>
            <a:lvl7pPr algn="l">
              <a:defRPr sz="1050" b="0">
                <a:solidFill>
                  <a:srgbClr val="555555"/>
                </a:solidFill>
                <a:latin typeface="Arial"/>
                <a:ea typeface="Arial"/>
                <a:cs typeface="Arial"/>
              </a:defRPr>
            </a:lvl7pPr>
            <a:lvl8pPr algn="l">
              <a:defRPr sz="1050" b="0">
                <a:solidFill>
                  <a:srgbClr val="555555"/>
                </a:solidFill>
                <a:latin typeface="Arial"/>
                <a:ea typeface="Arial"/>
                <a:cs typeface="Arial"/>
              </a:defRPr>
            </a:lvl8pPr>
            <a:lvl9pPr algn="l">
              <a:defRPr sz="1050" b="0">
                <a:solidFill>
                  <a:srgbClr val="555555"/>
                </a:solidFill>
                <a:latin typeface="Arial"/>
                <a:ea typeface="Arial"/>
                <a:cs typeface="Arial"/>
              </a:defRPr>
            </a:lvl9pPr>
          </a:lstStyle>
          <a:p>
            <a:pPr algn="l">
              <a:defRPr sz="1050" b="0">
                <a:solidFill>
                  <a:srgbClr val="555555"/>
                </a:solidFill>
                <a:latin typeface="Arial"/>
                <a:ea typeface="Arial"/>
                <a:cs typeface="Arial"/>
              </a:defRPr>
            </a:pPr>
            <a:r>
              <a:rPr sz="1050" b="0">
                <a:solidFill>
                  <a:srgbClr val="555555"/>
                </a:solidFill>
                <a:latin typeface="Arial"/>
                <a:ea typeface="Arial"/>
                <a:cs typeface="Arial"/>
              </a:rPr>
              <a:t>FlyGM, Section 2.1 • Graph layout represents connectivity, not physical anatomy</a:t>
            </a:r>
          </a:p>
        </p:txBody>
      </p:sp>
    </p:spTree>
    <p:extLst>
      <p:ext uri="{BB962C8B-B14F-4D97-AF65-F5344CB8AC3E}">
        <p14:creationId xmlns:p14="http://schemas.microsoft.com/office/powerpoint/2010/main" val="1526145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Expert imitation initializes control; PPO ref">
            <a:extLst>
              <a:ext uri="{FF2B5EF4-FFF2-40B4-BE49-F238E27FC236}">
                <a16:creationId xmlns:a16="http://schemas.microsoft.com/office/drawing/2014/main" id="{3CD02174-1B69-41F8-9C9B-1CA7D1FE17B4}"/>
              </a:ext>
            </a:extLst>
          </p:cNvPr>
          <p:cNvSpPr>
            <a:spLocks noGrp="1"/>
          </p:cNvSpPr>
          <p:nvPr/>
        </p:nvSpPr>
        <p:spPr>
          <a:xfrm>
            <a:off x="381000" y="133350"/>
            <a:ext cx="8382000" cy="552450"/>
          </a:xfrm>
          <a:prstGeom prst="rect">
            <a:avLst/>
          </a:prstGeom>
          <a:noFill/>
          <a:ln w="0">
            <a:noFill/>
          </a:ln>
        </p:spPr>
        <p:txBody>
          <a:bodyPr wrap="square" lIns="0" tIns="0" rIns="0" bIns="0" anchor="ctr"/>
          <a:lstStyle>
            <a:defPPr algn="ctr">
              <a:defRPr sz="2700" b="0">
                <a:solidFill>
                  <a:srgbClr val="660874"/>
                </a:solidFill>
                <a:latin typeface="Arial"/>
                <a:ea typeface="Arial"/>
                <a:cs typeface="Arial"/>
              </a:defRPr>
            </a:defPPr>
            <a:lvl1pPr algn="ctr">
              <a:defRPr sz="2700" b="0">
                <a:solidFill>
                  <a:srgbClr val="660874"/>
                </a:solidFill>
                <a:latin typeface="Arial"/>
                <a:ea typeface="Arial"/>
                <a:cs typeface="Arial"/>
              </a:defRPr>
            </a:lvl1pPr>
            <a:lvl2pPr algn="ctr">
              <a:defRPr sz="2700" b="0">
                <a:solidFill>
                  <a:srgbClr val="660874"/>
                </a:solidFill>
                <a:latin typeface="Arial"/>
                <a:ea typeface="Arial"/>
                <a:cs typeface="Arial"/>
              </a:defRPr>
            </a:lvl2pPr>
            <a:lvl3pPr algn="ctr">
              <a:defRPr sz="2700" b="0">
                <a:solidFill>
                  <a:srgbClr val="660874"/>
                </a:solidFill>
                <a:latin typeface="Arial"/>
                <a:ea typeface="Arial"/>
                <a:cs typeface="Arial"/>
              </a:defRPr>
            </a:lvl3pPr>
            <a:lvl4pPr algn="ctr">
              <a:defRPr sz="2700" b="0">
                <a:solidFill>
                  <a:srgbClr val="660874"/>
                </a:solidFill>
                <a:latin typeface="Arial"/>
                <a:ea typeface="Arial"/>
                <a:cs typeface="Arial"/>
              </a:defRPr>
            </a:lvl4pPr>
            <a:lvl5pPr algn="ctr">
              <a:defRPr sz="2700" b="0">
                <a:solidFill>
                  <a:srgbClr val="660874"/>
                </a:solidFill>
                <a:latin typeface="Arial"/>
                <a:ea typeface="Arial"/>
                <a:cs typeface="Arial"/>
              </a:defRPr>
            </a:lvl5pPr>
            <a:lvl6pPr algn="ctr">
              <a:defRPr sz="2700" b="0">
                <a:solidFill>
                  <a:srgbClr val="660874"/>
                </a:solidFill>
                <a:latin typeface="Arial"/>
                <a:ea typeface="Arial"/>
                <a:cs typeface="Arial"/>
              </a:defRPr>
            </a:lvl6pPr>
            <a:lvl7pPr algn="ctr">
              <a:defRPr sz="2700" b="0">
                <a:solidFill>
                  <a:srgbClr val="660874"/>
                </a:solidFill>
                <a:latin typeface="Arial"/>
                <a:ea typeface="Arial"/>
                <a:cs typeface="Arial"/>
              </a:defRPr>
            </a:lvl7pPr>
            <a:lvl8pPr algn="ctr">
              <a:defRPr sz="2700" b="0">
                <a:solidFill>
                  <a:srgbClr val="660874"/>
                </a:solidFill>
                <a:latin typeface="Arial"/>
                <a:ea typeface="Arial"/>
                <a:cs typeface="Arial"/>
              </a:defRPr>
            </a:lvl8pPr>
            <a:lvl9pPr algn="ctr">
              <a:defRPr sz="2700" b="0">
                <a:solidFill>
                  <a:srgbClr val="660874"/>
                </a:solidFill>
                <a:latin typeface="Arial"/>
                <a:ea typeface="Arial"/>
                <a:cs typeface="Arial"/>
              </a:defRPr>
            </a:lvl9pPr>
          </a:lstStyle>
          <a:p>
            <a:pPr algn="ctr">
              <a:defRPr sz="2700" b="0">
                <a:solidFill>
                  <a:srgbClr val="660874"/>
                </a:solidFill>
                <a:latin typeface="Arial"/>
                <a:ea typeface="Arial"/>
                <a:cs typeface="Arial"/>
              </a:defRPr>
            </a:pPr>
            <a:r>
              <a:rPr sz="2700" b="0">
                <a:solidFill>
                  <a:srgbClr val="660874"/>
                </a:solidFill>
                <a:latin typeface="Arial"/>
                <a:ea typeface="Arial"/>
                <a:cs typeface="Arial"/>
              </a:rPr>
              <a:t>Expert imitation initializes control; PPO refines it</a:t>
            </a:r>
          </a:p>
        </p:txBody>
      </p:sp>
      <p:sp>
        <p:nvSpPr>
          <p:cNvPr id="2" name="6">
            <a:extLst>
              <a:ext uri="{FF2B5EF4-FFF2-40B4-BE49-F238E27FC236}">
                <a16:creationId xmlns:a16="http://schemas.microsoft.com/office/drawing/2014/main" id="{C9C58992-BBC0-4E26-B252-89D68559091D}"/>
              </a:ext>
            </a:extLst>
          </p:cNvPr>
          <p:cNvSpPr>
            <a:spLocks noGrp="1"/>
          </p:cNvSpPr>
          <p:nvPr/>
        </p:nvSpPr>
        <p:spPr>
          <a:xfrm>
            <a:off x="8477250" y="4829175"/>
            <a:ext cx="523875" cy="228600"/>
          </a:xfrm>
          <a:prstGeom prst="rect">
            <a:avLst/>
          </a:prstGeom>
          <a:noFill/>
          <a:ln w="0">
            <a:noFill/>
          </a:ln>
        </p:spPr>
        <p:txBody>
          <a:bodyPr wrap="square" lIns="0" tIns="0" rIns="0" bIns="0" anchor="ctr"/>
          <a:lstStyle>
            <a:defPPr algn="l">
              <a:defRPr sz="975" b="0">
                <a:solidFill>
                  <a:srgbClr val="898989"/>
                </a:solidFill>
                <a:latin typeface="Arial"/>
                <a:ea typeface="Arial"/>
                <a:cs typeface="Arial"/>
              </a:defRPr>
            </a:defPPr>
            <a:lvl1pPr algn="l">
              <a:defRPr sz="975" b="0">
                <a:solidFill>
                  <a:srgbClr val="898989"/>
                </a:solidFill>
                <a:latin typeface="Arial"/>
                <a:ea typeface="Arial"/>
                <a:cs typeface="Arial"/>
              </a:defRPr>
            </a:lvl1pPr>
            <a:lvl2pPr algn="l">
              <a:defRPr sz="975" b="0">
                <a:solidFill>
                  <a:srgbClr val="898989"/>
                </a:solidFill>
                <a:latin typeface="Arial"/>
                <a:ea typeface="Arial"/>
                <a:cs typeface="Arial"/>
              </a:defRPr>
            </a:lvl2pPr>
            <a:lvl3pPr algn="l">
              <a:defRPr sz="975" b="0">
                <a:solidFill>
                  <a:srgbClr val="898989"/>
                </a:solidFill>
                <a:latin typeface="Arial"/>
                <a:ea typeface="Arial"/>
                <a:cs typeface="Arial"/>
              </a:defRPr>
            </a:lvl3pPr>
            <a:lvl4pPr algn="l">
              <a:defRPr sz="975" b="0">
                <a:solidFill>
                  <a:srgbClr val="898989"/>
                </a:solidFill>
                <a:latin typeface="Arial"/>
                <a:ea typeface="Arial"/>
                <a:cs typeface="Arial"/>
              </a:defRPr>
            </a:lvl4pPr>
            <a:lvl5pPr algn="l">
              <a:defRPr sz="975" b="0">
                <a:solidFill>
                  <a:srgbClr val="898989"/>
                </a:solidFill>
                <a:latin typeface="Arial"/>
                <a:ea typeface="Arial"/>
                <a:cs typeface="Arial"/>
              </a:defRPr>
            </a:lvl5pPr>
            <a:lvl6pPr algn="l">
              <a:defRPr sz="975" b="0">
                <a:solidFill>
                  <a:srgbClr val="898989"/>
                </a:solidFill>
                <a:latin typeface="Arial"/>
                <a:ea typeface="Arial"/>
                <a:cs typeface="Arial"/>
              </a:defRPr>
            </a:lvl6pPr>
            <a:lvl7pPr algn="l">
              <a:defRPr sz="975" b="0">
                <a:solidFill>
                  <a:srgbClr val="898989"/>
                </a:solidFill>
                <a:latin typeface="Arial"/>
                <a:ea typeface="Arial"/>
                <a:cs typeface="Arial"/>
              </a:defRPr>
            </a:lvl7pPr>
            <a:lvl8pPr algn="l">
              <a:defRPr sz="975" b="0">
                <a:solidFill>
                  <a:srgbClr val="898989"/>
                </a:solidFill>
                <a:latin typeface="Arial"/>
                <a:ea typeface="Arial"/>
                <a:cs typeface="Arial"/>
              </a:defRPr>
            </a:lvl8pPr>
            <a:lvl9pPr algn="l">
              <a:defRPr sz="975" b="0">
                <a:solidFill>
                  <a:srgbClr val="898989"/>
                </a:solidFill>
                <a:latin typeface="Arial"/>
                <a:ea typeface="Arial"/>
                <a:cs typeface="Arial"/>
              </a:defRPr>
            </a:lvl9pPr>
          </a:lstStyle>
          <a:p>
            <a:pPr algn="l">
              <a:defRPr sz="975" b="0">
                <a:solidFill>
                  <a:srgbClr val="898989"/>
                </a:solidFill>
                <a:latin typeface="Arial"/>
                <a:ea typeface="Arial"/>
                <a:cs typeface="Arial"/>
              </a:defRPr>
            </a:pPr>
            <a:r>
              <a:rPr sz="975" b="0">
                <a:solidFill>
                  <a:srgbClr val="898989"/>
                </a:solidFill>
                <a:latin typeface="Arial"/>
                <a:ea typeface="Arial"/>
                <a:cs typeface="Arial"/>
              </a:rPr>
              <a:t>6</a:t>
            </a:r>
          </a:p>
        </p:txBody>
      </p:sp>
      <p:pic>
        <p:nvPicPr>
          <p:cNvPr id="3" name="Picture 2">
            <a:extLst>
              <a:ext uri="{FF2B5EF4-FFF2-40B4-BE49-F238E27FC236}">
                <a16:creationId xmlns:a16="http://schemas.microsoft.com/office/drawing/2014/main" id="{279E78F1-21D2-4795-9383-28A8001B19D4}"/>
              </a:ext>
            </a:extLst>
          </p:cNvPr>
          <p:cNvPicPr>
            <a:picLocks noChangeAspect="1"/>
          </p:cNvPicPr>
          <p:nvPr/>
        </p:nvPicPr>
        <p:blipFill>
          <a:blip r:embed="rId3"/>
          <a:stretch/>
        </p:blipFill>
        <p:spPr>
          <a:xfrm>
            <a:off x="571500" y="1424950"/>
            <a:ext cx="2143125" cy="1436350"/>
          </a:xfrm>
          <a:prstGeom prst="rect">
            <a:avLst/>
          </a:prstGeom>
        </p:spPr>
      </p:pic>
      <p:pic>
        <p:nvPicPr>
          <p:cNvPr id="4" name="Picture 3">
            <a:extLst>
              <a:ext uri="{FF2B5EF4-FFF2-40B4-BE49-F238E27FC236}">
                <a16:creationId xmlns:a16="http://schemas.microsoft.com/office/drawing/2014/main" id="{83F95BDB-317D-4A2B-A3DB-B663AC946FEB}"/>
              </a:ext>
            </a:extLst>
          </p:cNvPr>
          <p:cNvPicPr>
            <a:picLocks noChangeAspect="1"/>
          </p:cNvPicPr>
          <p:nvPr/>
        </p:nvPicPr>
        <p:blipFill>
          <a:blip r:embed="rId4"/>
          <a:stretch/>
        </p:blipFill>
        <p:spPr>
          <a:xfrm>
            <a:off x="3600450" y="1190625"/>
            <a:ext cx="2000250" cy="2000250"/>
          </a:xfrm>
          <a:prstGeom prst="rect">
            <a:avLst/>
          </a:prstGeom>
        </p:spPr>
      </p:pic>
      <p:pic>
        <p:nvPicPr>
          <p:cNvPr id="5" name="Picture 4">
            <a:extLst>
              <a:ext uri="{FF2B5EF4-FFF2-40B4-BE49-F238E27FC236}">
                <a16:creationId xmlns:a16="http://schemas.microsoft.com/office/drawing/2014/main" id="{BBE3C020-5F65-49D4-95C8-E2C7803F0E22}"/>
              </a:ext>
            </a:extLst>
          </p:cNvPr>
          <p:cNvPicPr>
            <a:picLocks noChangeAspect="1"/>
          </p:cNvPicPr>
          <p:nvPr/>
        </p:nvPicPr>
        <p:blipFill>
          <a:blip r:embed="rId5"/>
          <a:stretch/>
        </p:blipFill>
        <p:spPr>
          <a:xfrm>
            <a:off x="6429375" y="1190625"/>
            <a:ext cx="2000250" cy="2000250"/>
          </a:xfrm>
          <a:prstGeom prst="rect">
            <a:avLst/>
          </a:prstGeom>
        </p:spPr>
      </p:pic>
      <p:sp>
        <p:nvSpPr>
          <p:cNvPr id="6" name="Expert behavior">
            <a:extLst>
              <a:ext uri="{FF2B5EF4-FFF2-40B4-BE49-F238E27FC236}">
                <a16:creationId xmlns:a16="http://schemas.microsoft.com/office/drawing/2014/main" id="{D1A6C2E1-EAD9-4A04-AAFA-5A0A8EA6655B}"/>
              </a:ext>
            </a:extLst>
          </p:cNvPr>
          <p:cNvSpPr>
            <a:spLocks noGrp="1"/>
          </p:cNvSpPr>
          <p:nvPr/>
        </p:nvSpPr>
        <p:spPr>
          <a:xfrm>
            <a:off x="381000" y="828675"/>
            <a:ext cx="2571750" cy="361950"/>
          </a:xfrm>
          <a:prstGeom prst="rect">
            <a:avLst/>
          </a:prstGeom>
          <a:noFill/>
          <a:ln w="0">
            <a:noFill/>
          </a:ln>
        </p:spPr>
        <p:txBody>
          <a:bodyPr wrap="square" lIns="0" tIns="0" rIns="0" bIns="0" anchor="ctr"/>
          <a:lstStyle>
            <a:defPPr algn="ctr">
              <a:defRPr sz="2100" b="1">
                <a:solidFill>
                  <a:srgbClr val="660874"/>
                </a:solidFill>
                <a:latin typeface="Arial"/>
                <a:ea typeface="Arial"/>
                <a:cs typeface="Arial"/>
              </a:defRPr>
            </a:defPPr>
            <a:lvl1pPr algn="ctr">
              <a:defRPr sz="2100" b="1">
                <a:solidFill>
                  <a:srgbClr val="660874"/>
                </a:solidFill>
                <a:latin typeface="Arial"/>
                <a:ea typeface="Arial"/>
                <a:cs typeface="Arial"/>
              </a:defRPr>
            </a:lvl1pPr>
            <a:lvl2pPr algn="ctr">
              <a:defRPr sz="2100" b="1">
                <a:solidFill>
                  <a:srgbClr val="660874"/>
                </a:solidFill>
                <a:latin typeface="Arial"/>
                <a:ea typeface="Arial"/>
                <a:cs typeface="Arial"/>
              </a:defRPr>
            </a:lvl2pPr>
            <a:lvl3pPr algn="ctr">
              <a:defRPr sz="2100" b="1">
                <a:solidFill>
                  <a:srgbClr val="660874"/>
                </a:solidFill>
                <a:latin typeface="Arial"/>
                <a:ea typeface="Arial"/>
                <a:cs typeface="Arial"/>
              </a:defRPr>
            </a:lvl3pPr>
            <a:lvl4pPr algn="ctr">
              <a:defRPr sz="2100" b="1">
                <a:solidFill>
                  <a:srgbClr val="660874"/>
                </a:solidFill>
                <a:latin typeface="Arial"/>
                <a:ea typeface="Arial"/>
                <a:cs typeface="Arial"/>
              </a:defRPr>
            </a:lvl4pPr>
            <a:lvl5pPr algn="ctr">
              <a:defRPr sz="2100" b="1">
                <a:solidFill>
                  <a:srgbClr val="660874"/>
                </a:solidFill>
                <a:latin typeface="Arial"/>
                <a:ea typeface="Arial"/>
                <a:cs typeface="Arial"/>
              </a:defRPr>
            </a:lvl5pPr>
            <a:lvl6pPr algn="ctr">
              <a:defRPr sz="2100" b="1">
                <a:solidFill>
                  <a:srgbClr val="660874"/>
                </a:solidFill>
                <a:latin typeface="Arial"/>
                <a:ea typeface="Arial"/>
                <a:cs typeface="Arial"/>
              </a:defRPr>
            </a:lvl6pPr>
            <a:lvl7pPr algn="ctr">
              <a:defRPr sz="2100" b="1">
                <a:solidFill>
                  <a:srgbClr val="660874"/>
                </a:solidFill>
                <a:latin typeface="Arial"/>
                <a:ea typeface="Arial"/>
                <a:cs typeface="Arial"/>
              </a:defRPr>
            </a:lvl7pPr>
            <a:lvl8pPr algn="ctr">
              <a:defRPr sz="2100" b="1">
                <a:solidFill>
                  <a:srgbClr val="660874"/>
                </a:solidFill>
                <a:latin typeface="Arial"/>
                <a:ea typeface="Arial"/>
                <a:cs typeface="Arial"/>
              </a:defRPr>
            </a:lvl8pPr>
            <a:lvl9pPr algn="ctr">
              <a:defRPr sz="2100" b="1">
                <a:solidFill>
                  <a:srgbClr val="660874"/>
                </a:solidFill>
                <a:latin typeface="Arial"/>
                <a:ea typeface="Arial"/>
                <a:cs typeface="Arial"/>
              </a:defRPr>
            </a:lvl9pPr>
          </a:lstStyle>
          <a:p>
            <a:pPr algn="ctr">
              <a:defRPr sz="2100" b="1">
                <a:solidFill>
                  <a:srgbClr val="660874"/>
                </a:solidFill>
                <a:latin typeface="Arial"/>
                <a:ea typeface="Arial"/>
                <a:cs typeface="Arial"/>
              </a:defRPr>
            </a:pPr>
            <a:r>
              <a:rPr sz="2100" b="1">
                <a:solidFill>
                  <a:srgbClr val="660874"/>
                </a:solidFill>
                <a:latin typeface="Arial"/>
                <a:ea typeface="Arial"/>
                <a:cs typeface="Arial"/>
              </a:rPr>
              <a:t>Expert behavior</a:t>
            </a:r>
          </a:p>
        </p:txBody>
      </p:sp>
      <p:sp>
        <p:nvSpPr>
          <p:cNvPr id="7" name="FlyGM policy">
            <a:extLst>
              <a:ext uri="{FF2B5EF4-FFF2-40B4-BE49-F238E27FC236}">
                <a16:creationId xmlns:a16="http://schemas.microsoft.com/office/drawing/2014/main" id="{36D8BA29-4314-4F97-9DB3-4C0BA092EECF}"/>
              </a:ext>
            </a:extLst>
          </p:cNvPr>
          <p:cNvSpPr>
            <a:spLocks noGrp="1"/>
          </p:cNvSpPr>
          <p:nvPr/>
        </p:nvSpPr>
        <p:spPr>
          <a:xfrm>
            <a:off x="3333750" y="828675"/>
            <a:ext cx="2571750" cy="361950"/>
          </a:xfrm>
          <a:prstGeom prst="rect">
            <a:avLst/>
          </a:prstGeom>
          <a:noFill/>
          <a:ln w="0">
            <a:noFill/>
          </a:ln>
        </p:spPr>
        <p:txBody>
          <a:bodyPr wrap="square" lIns="0" tIns="0" rIns="0" bIns="0" anchor="ctr"/>
          <a:lstStyle>
            <a:defPPr algn="ctr">
              <a:defRPr sz="2100" b="1">
                <a:solidFill>
                  <a:srgbClr val="660874"/>
                </a:solidFill>
                <a:latin typeface="Arial"/>
                <a:ea typeface="Arial"/>
                <a:cs typeface="Arial"/>
              </a:defRPr>
            </a:defPPr>
            <a:lvl1pPr algn="ctr">
              <a:defRPr sz="2100" b="1">
                <a:solidFill>
                  <a:srgbClr val="660874"/>
                </a:solidFill>
                <a:latin typeface="Arial"/>
                <a:ea typeface="Arial"/>
                <a:cs typeface="Arial"/>
              </a:defRPr>
            </a:lvl1pPr>
            <a:lvl2pPr algn="ctr">
              <a:defRPr sz="2100" b="1">
                <a:solidFill>
                  <a:srgbClr val="660874"/>
                </a:solidFill>
                <a:latin typeface="Arial"/>
                <a:ea typeface="Arial"/>
                <a:cs typeface="Arial"/>
              </a:defRPr>
            </a:lvl2pPr>
            <a:lvl3pPr algn="ctr">
              <a:defRPr sz="2100" b="1">
                <a:solidFill>
                  <a:srgbClr val="660874"/>
                </a:solidFill>
                <a:latin typeface="Arial"/>
                <a:ea typeface="Arial"/>
                <a:cs typeface="Arial"/>
              </a:defRPr>
            </a:lvl3pPr>
            <a:lvl4pPr algn="ctr">
              <a:defRPr sz="2100" b="1">
                <a:solidFill>
                  <a:srgbClr val="660874"/>
                </a:solidFill>
                <a:latin typeface="Arial"/>
                <a:ea typeface="Arial"/>
                <a:cs typeface="Arial"/>
              </a:defRPr>
            </a:lvl4pPr>
            <a:lvl5pPr algn="ctr">
              <a:defRPr sz="2100" b="1">
                <a:solidFill>
                  <a:srgbClr val="660874"/>
                </a:solidFill>
                <a:latin typeface="Arial"/>
                <a:ea typeface="Arial"/>
                <a:cs typeface="Arial"/>
              </a:defRPr>
            </a:lvl5pPr>
            <a:lvl6pPr algn="ctr">
              <a:defRPr sz="2100" b="1">
                <a:solidFill>
                  <a:srgbClr val="660874"/>
                </a:solidFill>
                <a:latin typeface="Arial"/>
                <a:ea typeface="Arial"/>
                <a:cs typeface="Arial"/>
              </a:defRPr>
            </a:lvl6pPr>
            <a:lvl7pPr algn="ctr">
              <a:defRPr sz="2100" b="1">
                <a:solidFill>
                  <a:srgbClr val="660874"/>
                </a:solidFill>
                <a:latin typeface="Arial"/>
                <a:ea typeface="Arial"/>
                <a:cs typeface="Arial"/>
              </a:defRPr>
            </a:lvl7pPr>
            <a:lvl8pPr algn="ctr">
              <a:defRPr sz="2100" b="1">
                <a:solidFill>
                  <a:srgbClr val="660874"/>
                </a:solidFill>
                <a:latin typeface="Arial"/>
                <a:ea typeface="Arial"/>
                <a:cs typeface="Arial"/>
              </a:defRPr>
            </a:lvl8pPr>
            <a:lvl9pPr algn="ctr">
              <a:defRPr sz="2100" b="1">
                <a:solidFill>
                  <a:srgbClr val="660874"/>
                </a:solidFill>
                <a:latin typeface="Arial"/>
                <a:ea typeface="Arial"/>
                <a:cs typeface="Arial"/>
              </a:defRPr>
            </a:lvl9pPr>
          </a:lstStyle>
          <a:p>
            <a:pPr algn="ctr">
              <a:defRPr sz="2100" b="1">
                <a:solidFill>
                  <a:srgbClr val="660874"/>
                </a:solidFill>
                <a:latin typeface="Arial"/>
                <a:ea typeface="Arial"/>
                <a:cs typeface="Arial"/>
              </a:defRPr>
            </a:pPr>
            <a:r>
              <a:rPr sz="2100" b="1">
                <a:solidFill>
                  <a:srgbClr val="660874"/>
                </a:solidFill>
                <a:latin typeface="Arial"/>
                <a:ea typeface="Arial"/>
                <a:cs typeface="Arial"/>
              </a:rPr>
              <a:t>FlyGM policy</a:t>
            </a:r>
          </a:p>
        </p:txBody>
      </p:sp>
      <p:sp>
        <p:nvSpPr>
          <p:cNvPr id="8" name="Task interaction">
            <a:extLst>
              <a:ext uri="{FF2B5EF4-FFF2-40B4-BE49-F238E27FC236}">
                <a16:creationId xmlns:a16="http://schemas.microsoft.com/office/drawing/2014/main" id="{B0079969-FDBB-4F6F-BEB3-3300D96BBA77}"/>
              </a:ext>
            </a:extLst>
          </p:cNvPr>
          <p:cNvSpPr>
            <a:spLocks noGrp="1"/>
          </p:cNvSpPr>
          <p:nvPr/>
        </p:nvSpPr>
        <p:spPr>
          <a:xfrm>
            <a:off x="6191250" y="828675"/>
            <a:ext cx="2571750" cy="361950"/>
          </a:xfrm>
          <a:prstGeom prst="rect">
            <a:avLst/>
          </a:prstGeom>
          <a:noFill/>
          <a:ln w="0">
            <a:noFill/>
          </a:ln>
        </p:spPr>
        <p:txBody>
          <a:bodyPr wrap="square" lIns="0" tIns="0" rIns="0" bIns="0" anchor="ctr"/>
          <a:lstStyle>
            <a:defPPr algn="ctr">
              <a:defRPr sz="2100" b="1">
                <a:solidFill>
                  <a:srgbClr val="660874"/>
                </a:solidFill>
                <a:latin typeface="Arial"/>
                <a:ea typeface="Arial"/>
                <a:cs typeface="Arial"/>
              </a:defRPr>
            </a:defPPr>
            <a:lvl1pPr algn="ctr">
              <a:defRPr sz="2100" b="1">
                <a:solidFill>
                  <a:srgbClr val="660874"/>
                </a:solidFill>
                <a:latin typeface="Arial"/>
                <a:ea typeface="Arial"/>
                <a:cs typeface="Arial"/>
              </a:defRPr>
            </a:lvl1pPr>
            <a:lvl2pPr algn="ctr">
              <a:defRPr sz="2100" b="1">
                <a:solidFill>
                  <a:srgbClr val="660874"/>
                </a:solidFill>
                <a:latin typeface="Arial"/>
                <a:ea typeface="Arial"/>
                <a:cs typeface="Arial"/>
              </a:defRPr>
            </a:lvl2pPr>
            <a:lvl3pPr algn="ctr">
              <a:defRPr sz="2100" b="1">
                <a:solidFill>
                  <a:srgbClr val="660874"/>
                </a:solidFill>
                <a:latin typeface="Arial"/>
                <a:ea typeface="Arial"/>
                <a:cs typeface="Arial"/>
              </a:defRPr>
            </a:lvl3pPr>
            <a:lvl4pPr algn="ctr">
              <a:defRPr sz="2100" b="1">
                <a:solidFill>
                  <a:srgbClr val="660874"/>
                </a:solidFill>
                <a:latin typeface="Arial"/>
                <a:ea typeface="Arial"/>
                <a:cs typeface="Arial"/>
              </a:defRPr>
            </a:lvl4pPr>
            <a:lvl5pPr algn="ctr">
              <a:defRPr sz="2100" b="1">
                <a:solidFill>
                  <a:srgbClr val="660874"/>
                </a:solidFill>
                <a:latin typeface="Arial"/>
                <a:ea typeface="Arial"/>
                <a:cs typeface="Arial"/>
              </a:defRPr>
            </a:lvl5pPr>
            <a:lvl6pPr algn="ctr">
              <a:defRPr sz="2100" b="1">
                <a:solidFill>
                  <a:srgbClr val="660874"/>
                </a:solidFill>
                <a:latin typeface="Arial"/>
                <a:ea typeface="Arial"/>
                <a:cs typeface="Arial"/>
              </a:defRPr>
            </a:lvl6pPr>
            <a:lvl7pPr algn="ctr">
              <a:defRPr sz="2100" b="1">
                <a:solidFill>
                  <a:srgbClr val="660874"/>
                </a:solidFill>
                <a:latin typeface="Arial"/>
                <a:ea typeface="Arial"/>
                <a:cs typeface="Arial"/>
              </a:defRPr>
            </a:lvl7pPr>
            <a:lvl8pPr algn="ctr">
              <a:defRPr sz="2100" b="1">
                <a:solidFill>
                  <a:srgbClr val="660874"/>
                </a:solidFill>
                <a:latin typeface="Arial"/>
                <a:ea typeface="Arial"/>
                <a:cs typeface="Arial"/>
              </a:defRPr>
            </a:lvl8pPr>
            <a:lvl9pPr algn="ctr">
              <a:defRPr sz="2100" b="1">
                <a:solidFill>
                  <a:srgbClr val="660874"/>
                </a:solidFill>
                <a:latin typeface="Arial"/>
                <a:ea typeface="Arial"/>
                <a:cs typeface="Arial"/>
              </a:defRPr>
            </a:lvl9pPr>
          </a:lstStyle>
          <a:p>
            <a:pPr algn="ctr">
              <a:defRPr sz="2100" b="1">
                <a:solidFill>
                  <a:srgbClr val="660874"/>
                </a:solidFill>
                <a:latin typeface="Arial"/>
                <a:ea typeface="Arial"/>
                <a:cs typeface="Arial"/>
              </a:defRPr>
            </a:pPr>
            <a:r>
              <a:rPr sz="2100" b="1">
                <a:solidFill>
                  <a:srgbClr val="660874"/>
                </a:solidFill>
                <a:latin typeface="Arial"/>
                <a:ea typeface="Arial"/>
                <a:cs typeface="Arial"/>
              </a:rPr>
              <a:t>Task interaction</a:t>
            </a:r>
          </a:p>
        </p:txBody>
      </p:sp>
      <p:sp>
        <p:nvSpPr>
          <p:cNvPr id="9" name="1  Imitation learning">
            <a:extLst>
              <a:ext uri="{FF2B5EF4-FFF2-40B4-BE49-F238E27FC236}">
                <a16:creationId xmlns:a16="http://schemas.microsoft.com/office/drawing/2014/main" id="{7EA251B0-38FA-4304-A5E0-4D50A3A34712}"/>
              </a:ext>
            </a:extLst>
          </p:cNvPr>
          <p:cNvSpPr>
            <a:spLocks noGrp="1"/>
          </p:cNvSpPr>
          <p:nvPr/>
        </p:nvSpPr>
        <p:spPr>
          <a:xfrm>
            <a:off x="571500" y="3429000"/>
            <a:ext cx="3762375" cy="419100"/>
          </a:xfrm>
          <a:prstGeom prst="rect">
            <a:avLst/>
          </a:prstGeom>
          <a:noFill/>
          <a:ln w="0">
            <a:noFill/>
          </a:ln>
        </p:spPr>
        <p:txBody>
          <a:bodyPr wrap="square" lIns="0" tIns="0" rIns="0" bIns="0" anchor="ctr"/>
          <a:lstStyle>
            <a:defPPr algn="l">
              <a:defRPr sz="2175" b="1">
                <a:solidFill>
                  <a:srgbClr val="660874"/>
                </a:solidFill>
                <a:latin typeface="Arial"/>
                <a:ea typeface="Arial"/>
                <a:cs typeface="Arial"/>
              </a:defRPr>
            </a:defPPr>
            <a:lvl1pPr algn="l">
              <a:defRPr sz="2175" b="1">
                <a:solidFill>
                  <a:srgbClr val="660874"/>
                </a:solidFill>
                <a:latin typeface="Arial"/>
                <a:ea typeface="Arial"/>
                <a:cs typeface="Arial"/>
              </a:defRPr>
            </a:lvl1pPr>
            <a:lvl2pPr algn="l">
              <a:defRPr sz="2175" b="1">
                <a:solidFill>
                  <a:srgbClr val="660874"/>
                </a:solidFill>
                <a:latin typeface="Arial"/>
                <a:ea typeface="Arial"/>
                <a:cs typeface="Arial"/>
              </a:defRPr>
            </a:lvl2pPr>
            <a:lvl3pPr algn="l">
              <a:defRPr sz="2175" b="1">
                <a:solidFill>
                  <a:srgbClr val="660874"/>
                </a:solidFill>
                <a:latin typeface="Arial"/>
                <a:ea typeface="Arial"/>
                <a:cs typeface="Arial"/>
              </a:defRPr>
            </a:lvl3pPr>
            <a:lvl4pPr algn="l">
              <a:defRPr sz="2175" b="1">
                <a:solidFill>
                  <a:srgbClr val="660874"/>
                </a:solidFill>
                <a:latin typeface="Arial"/>
                <a:ea typeface="Arial"/>
                <a:cs typeface="Arial"/>
              </a:defRPr>
            </a:lvl4pPr>
            <a:lvl5pPr algn="l">
              <a:defRPr sz="2175" b="1">
                <a:solidFill>
                  <a:srgbClr val="660874"/>
                </a:solidFill>
                <a:latin typeface="Arial"/>
                <a:ea typeface="Arial"/>
                <a:cs typeface="Arial"/>
              </a:defRPr>
            </a:lvl5pPr>
            <a:lvl6pPr algn="l">
              <a:defRPr sz="2175" b="1">
                <a:solidFill>
                  <a:srgbClr val="660874"/>
                </a:solidFill>
                <a:latin typeface="Arial"/>
                <a:ea typeface="Arial"/>
                <a:cs typeface="Arial"/>
              </a:defRPr>
            </a:lvl6pPr>
            <a:lvl7pPr algn="l">
              <a:defRPr sz="2175" b="1">
                <a:solidFill>
                  <a:srgbClr val="660874"/>
                </a:solidFill>
                <a:latin typeface="Arial"/>
                <a:ea typeface="Arial"/>
                <a:cs typeface="Arial"/>
              </a:defRPr>
            </a:lvl7pPr>
            <a:lvl8pPr algn="l">
              <a:defRPr sz="2175" b="1">
                <a:solidFill>
                  <a:srgbClr val="660874"/>
                </a:solidFill>
                <a:latin typeface="Arial"/>
                <a:ea typeface="Arial"/>
                <a:cs typeface="Arial"/>
              </a:defRPr>
            </a:lvl8pPr>
            <a:lvl9pPr algn="l">
              <a:defRPr sz="2175" b="1">
                <a:solidFill>
                  <a:srgbClr val="660874"/>
                </a:solidFill>
                <a:latin typeface="Arial"/>
                <a:ea typeface="Arial"/>
                <a:cs typeface="Arial"/>
              </a:defRPr>
            </a:lvl9pPr>
          </a:lstStyle>
          <a:p>
            <a:pPr algn="l">
              <a:defRPr sz="2175" b="1">
                <a:solidFill>
                  <a:srgbClr val="660874"/>
                </a:solidFill>
                <a:latin typeface="Arial"/>
                <a:ea typeface="Arial"/>
                <a:cs typeface="Arial"/>
              </a:defRPr>
            </a:pPr>
            <a:r>
              <a:rPr sz="2175" b="1">
                <a:solidFill>
                  <a:srgbClr val="660874"/>
                </a:solidFill>
                <a:latin typeface="Arial"/>
                <a:ea typeface="Arial"/>
                <a:cs typeface="Arial"/>
              </a:rPr>
              <a:t>1  Imitation learning</a:t>
            </a:r>
          </a:p>
        </p:txBody>
      </p:sp>
      <p:sp>
        <p:nvSpPr>
          <p:cNvPr id="10" name="Match expert action distributions">
            <a:extLst>
              <a:ext uri="{FF2B5EF4-FFF2-40B4-BE49-F238E27FC236}">
                <a16:creationId xmlns:a16="http://schemas.microsoft.com/office/drawing/2014/main" id="{CC95FC2E-4913-4904-BFAE-6E5C7921EC47}"/>
              </a:ext>
            </a:extLst>
          </p:cNvPr>
          <p:cNvSpPr>
            <a:spLocks noGrp="1"/>
          </p:cNvSpPr>
          <p:nvPr/>
        </p:nvSpPr>
        <p:spPr>
          <a:xfrm>
            <a:off x="571500" y="3924300"/>
            <a:ext cx="3762375" cy="619125"/>
          </a:xfrm>
          <a:prstGeom prst="rect">
            <a:avLst/>
          </a:prstGeom>
          <a:noFill/>
          <a:ln w="0">
            <a:noFill/>
          </a:ln>
        </p:spPr>
        <p:txBody>
          <a:bodyPr wrap="square" lIns="0" tIns="0" rIns="0" bIns="0" anchor="ctr"/>
          <a:lstStyle>
            <a:defPPr algn="l">
              <a:defRPr sz="1875" b="0">
                <a:solidFill>
                  <a:srgbClr val="222222"/>
                </a:solidFill>
                <a:latin typeface="Arial"/>
                <a:ea typeface="Arial"/>
                <a:cs typeface="Arial"/>
              </a:defRPr>
            </a:defPPr>
            <a:lvl1pPr algn="l">
              <a:defRPr sz="1875" b="0">
                <a:solidFill>
                  <a:srgbClr val="222222"/>
                </a:solidFill>
                <a:latin typeface="Arial"/>
                <a:ea typeface="Arial"/>
                <a:cs typeface="Arial"/>
              </a:defRPr>
            </a:lvl1pPr>
            <a:lvl2pPr algn="l">
              <a:defRPr sz="1875" b="0">
                <a:solidFill>
                  <a:srgbClr val="222222"/>
                </a:solidFill>
                <a:latin typeface="Arial"/>
                <a:ea typeface="Arial"/>
                <a:cs typeface="Arial"/>
              </a:defRPr>
            </a:lvl2pPr>
            <a:lvl3pPr algn="l">
              <a:defRPr sz="1875" b="0">
                <a:solidFill>
                  <a:srgbClr val="222222"/>
                </a:solidFill>
                <a:latin typeface="Arial"/>
                <a:ea typeface="Arial"/>
                <a:cs typeface="Arial"/>
              </a:defRPr>
            </a:lvl3pPr>
            <a:lvl4pPr algn="l">
              <a:defRPr sz="1875" b="0">
                <a:solidFill>
                  <a:srgbClr val="222222"/>
                </a:solidFill>
                <a:latin typeface="Arial"/>
                <a:ea typeface="Arial"/>
                <a:cs typeface="Arial"/>
              </a:defRPr>
            </a:lvl4pPr>
            <a:lvl5pPr algn="l">
              <a:defRPr sz="1875" b="0">
                <a:solidFill>
                  <a:srgbClr val="222222"/>
                </a:solidFill>
                <a:latin typeface="Arial"/>
                <a:ea typeface="Arial"/>
                <a:cs typeface="Arial"/>
              </a:defRPr>
            </a:lvl5pPr>
            <a:lvl6pPr algn="l">
              <a:defRPr sz="1875" b="0">
                <a:solidFill>
                  <a:srgbClr val="222222"/>
                </a:solidFill>
                <a:latin typeface="Arial"/>
                <a:ea typeface="Arial"/>
                <a:cs typeface="Arial"/>
              </a:defRPr>
            </a:lvl6pPr>
            <a:lvl7pPr algn="l">
              <a:defRPr sz="1875" b="0">
                <a:solidFill>
                  <a:srgbClr val="222222"/>
                </a:solidFill>
                <a:latin typeface="Arial"/>
                <a:ea typeface="Arial"/>
                <a:cs typeface="Arial"/>
              </a:defRPr>
            </a:lvl7pPr>
            <a:lvl8pPr algn="l">
              <a:defRPr sz="1875" b="0">
                <a:solidFill>
                  <a:srgbClr val="222222"/>
                </a:solidFill>
                <a:latin typeface="Arial"/>
                <a:ea typeface="Arial"/>
                <a:cs typeface="Arial"/>
              </a:defRPr>
            </a:lvl8pPr>
            <a:lvl9pPr algn="l">
              <a:defRPr sz="1875" b="0">
                <a:solidFill>
                  <a:srgbClr val="222222"/>
                </a:solidFill>
                <a:latin typeface="Arial"/>
                <a:ea typeface="Arial"/>
                <a:cs typeface="Arial"/>
              </a:defRPr>
            </a:lvl9pPr>
          </a:lstStyle>
          <a:p>
            <a:pPr algn="l">
              <a:defRPr sz="1875" b="0">
                <a:solidFill>
                  <a:srgbClr val="222222"/>
                </a:solidFill>
                <a:latin typeface="Arial"/>
                <a:ea typeface="Arial"/>
                <a:cs typeface="Arial"/>
              </a:defRPr>
            </a:pPr>
            <a:r>
              <a:rPr sz="1875" b="0">
                <a:solidFill>
                  <a:srgbClr val="222222"/>
                </a:solidFill>
                <a:latin typeface="Arial"/>
                <a:ea typeface="Arial"/>
                <a:cs typeface="Arial"/>
              </a:rPr>
              <a:t>Match expert action distributions</a:t>
            </a:r>
          </a:p>
        </p:txBody>
      </p:sp>
      <p:sp>
        <p:nvSpPr>
          <p:cNvPr id="11" name="2  PPO refinement">
            <a:extLst>
              <a:ext uri="{FF2B5EF4-FFF2-40B4-BE49-F238E27FC236}">
                <a16:creationId xmlns:a16="http://schemas.microsoft.com/office/drawing/2014/main" id="{64ABDE7D-25FC-4D4C-8886-D5E7BF24763F}"/>
              </a:ext>
            </a:extLst>
          </p:cNvPr>
          <p:cNvSpPr>
            <a:spLocks noGrp="1"/>
          </p:cNvSpPr>
          <p:nvPr/>
        </p:nvSpPr>
        <p:spPr>
          <a:xfrm>
            <a:off x="4857750" y="3429000"/>
            <a:ext cx="3714750" cy="419100"/>
          </a:xfrm>
          <a:prstGeom prst="rect">
            <a:avLst/>
          </a:prstGeom>
          <a:noFill/>
          <a:ln w="0">
            <a:noFill/>
          </a:ln>
        </p:spPr>
        <p:txBody>
          <a:bodyPr wrap="square" lIns="0" tIns="0" rIns="0" bIns="0" anchor="ctr"/>
          <a:lstStyle>
            <a:defPPr algn="l">
              <a:defRPr sz="2175" b="1">
                <a:solidFill>
                  <a:srgbClr val="660874"/>
                </a:solidFill>
                <a:latin typeface="Arial"/>
                <a:ea typeface="Arial"/>
                <a:cs typeface="Arial"/>
              </a:defRPr>
            </a:defPPr>
            <a:lvl1pPr algn="l">
              <a:defRPr sz="2175" b="1">
                <a:solidFill>
                  <a:srgbClr val="660874"/>
                </a:solidFill>
                <a:latin typeface="Arial"/>
                <a:ea typeface="Arial"/>
                <a:cs typeface="Arial"/>
              </a:defRPr>
            </a:lvl1pPr>
            <a:lvl2pPr algn="l">
              <a:defRPr sz="2175" b="1">
                <a:solidFill>
                  <a:srgbClr val="660874"/>
                </a:solidFill>
                <a:latin typeface="Arial"/>
                <a:ea typeface="Arial"/>
                <a:cs typeface="Arial"/>
              </a:defRPr>
            </a:lvl2pPr>
            <a:lvl3pPr algn="l">
              <a:defRPr sz="2175" b="1">
                <a:solidFill>
                  <a:srgbClr val="660874"/>
                </a:solidFill>
                <a:latin typeface="Arial"/>
                <a:ea typeface="Arial"/>
                <a:cs typeface="Arial"/>
              </a:defRPr>
            </a:lvl3pPr>
            <a:lvl4pPr algn="l">
              <a:defRPr sz="2175" b="1">
                <a:solidFill>
                  <a:srgbClr val="660874"/>
                </a:solidFill>
                <a:latin typeface="Arial"/>
                <a:ea typeface="Arial"/>
                <a:cs typeface="Arial"/>
              </a:defRPr>
            </a:lvl4pPr>
            <a:lvl5pPr algn="l">
              <a:defRPr sz="2175" b="1">
                <a:solidFill>
                  <a:srgbClr val="660874"/>
                </a:solidFill>
                <a:latin typeface="Arial"/>
                <a:ea typeface="Arial"/>
                <a:cs typeface="Arial"/>
              </a:defRPr>
            </a:lvl5pPr>
            <a:lvl6pPr algn="l">
              <a:defRPr sz="2175" b="1">
                <a:solidFill>
                  <a:srgbClr val="660874"/>
                </a:solidFill>
                <a:latin typeface="Arial"/>
                <a:ea typeface="Arial"/>
                <a:cs typeface="Arial"/>
              </a:defRPr>
            </a:lvl6pPr>
            <a:lvl7pPr algn="l">
              <a:defRPr sz="2175" b="1">
                <a:solidFill>
                  <a:srgbClr val="660874"/>
                </a:solidFill>
                <a:latin typeface="Arial"/>
                <a:ea typeface="Arial"/>
                <a:cs typeface="Arial"/>
              </a:defRPr>
            </a:lvl7pPr>
            <a:lvl8pPr algn="l">
              <a:defRPr sz="2175" b="1">
                <a:solidFill>
                  <a:srgbClr val="660874"/>
                </a:solidFill>
                <a:latin typeface="Arial"/>
                <a:ea typeface="Arial"/>
                <a:cs typeface="Arial"/>
              </a:defRPr>
            </a:lvl8pPr>
            <a:lvl9pPr algn="l">
              <a:defRPr sz="2175" b="1">
                <a:solidFill>
                  <a:srgbClr val="660874"/>
                </a:solidFill>
                <a:latin typeface="Arial"/>
                <a:ea typeface="Arial"/>
                <a:cs typeface="Arial"/>
              </a:defRPr>
            </a:lvl9pPr>
          </a:lstStyle>
          <a:p>
            <a:pPr algn="l">
              <a:defRPr sz="2175" b="1">
                <a:solidFill>
                  <a:srgbClr val="660874"/>
                </a:solidFill>
                <a:latin typeface="Arial"/>
                <a:ea typeface="Arial"/>
                <a:cs typeface="Arial"/>
              </a:defRPr>
            </a:pPr>
            <a:r>
              <a:rPr sz="2175" b="1">
                <a:solidFill>
                  <a:srgbClr val="660874"/>
                </a:solidFill>
                <a:latin typeface="Arial"/>
                <a:ea typeface="Arial"/>
                <a:cs typeface="Arial"/>
              </a:rPr>
              <a:t>2  PPO refinement</a:t>
            </a:r>
          </a:p>
        </p:txBody>
      </p:sp>
      <p:sp>
        <p:nvSpPr>
          <p:cNvPr id="12" name="Improve actions through task rewards">
            <a:extLst>
              <a:ext uri="{FF2B5EF4-FFF2-40B4-BE49-F238E27FC236}">
                <a16:creationId xmlns:a16="http://schemas.microsoft.com/office/drawing/2014/main" id="{0A7914CE-C7D4-4251-8A76-334592249D4D}"/>
              </a:ext>
            </a:extLst>
          </p:cNvPr>
          <p:cNvSpPr>
            <a:spLocks noGrp="1"/>
          </p:cNvSpPr>
          <p:nvPr/>
        </p:nvSpPr>
        <p:spPr>
          <a:xfrm>
            <a:off x="4857750" y="3924300"/>
            <a:ext cx="3714750" cy="619125"/>
          </a:xfrm>
          <a:prstGeom prst="rect">
            <a:avLst/>
          </a:prstGeom>
          <a:noFill/>
          <a:ln w="0">
            <a:noFill/>
          </a:ln>
        </p:spPr>
        <p:txBody>
          <a:bodyPr wrap="square" lIns="0" tIns="0" rIns="0" bIns="0" anchor="ctr"/>
          <a:lstStyle>
            <a:defPPr algn="l">
              <a:defRPr sz="1875" b="0">
                <a:solidFill>
                  <a:srgbClr val="222222"/>
                </a:solidFill>
                <a:latin typeface="Arial"/>
                <a:ea typeface="Arial"/>
                <a:cs typeface="Arial"/>
              </a:defRPr>
            </a:defPPr>
            <a:lvl1pPr algn="l">
              <a:defRPr sz="1875" b="0">
                <a:solidFill>
                  <a:srgbClr val="222222"/>
                </a:solidFill>
                <a:latin typeface="Arial"/>
                <a:ea typeface="Arial"/>
                <a:cs typeface="Arial"/>
              </a:defRPr>
            </a:lvl1pPr>
            <a:lvl2pPr algn="l">
              <a:defRPr sz="1875" b="0">
                <a:solidFill>
                  <a:srgbClr val="222222"/>
                </a:solidFill>
                <a:latin typeface="Arial"/>
                <a:ea typeface="Arial"/>
                <a:cs typeface="Arial"/>
              </a:defRPr>
            </a:lvl2pPr>
            <a:lvl3pPr algn="l">
              <a:defRPr sz="1875" b="0">
                <a:solidFill>
                  <a:srgbClr val="222222"/>
                </a:solidFill>
                <a:latin typeface="Arial"/>
                <a:ea typeface="Arial"/>
                <a:cs typeface="Arial"/>
              </a:defRPr>
            </a:lvl3pPr>
            <a:lvl4pPr algn="l">
              <a:defRPr sz="1875" b="0">
                <a:solidFill>
                  <a:srgbClr val="222222"/>
                </a:solidFill>
                <a:latin typeface="Arial"/>
                <a:ea typeface="Arial"/>
                <a:cs typeface="Arial"/>
              </a:defRPr>
            </a:lvl4pPr>
            <a:lvl5pPr algn="l">
              <a:defRPr sz="1875" b="0">
                <a:solidFill>
                  <a:srgbClr val="222222"/>
                </a:solidFill>
                <a:latin typeface="Arial"/>
                <a:ea typeface="Arial"/>
                <a:cs typeface="Arial"/>
              </a:defRPr>
            </a:lvl5pPr>
            <a:lvl6pPr algn="l">
              <a:defRPr sz="1875" b="0">
                <a:solidFill>
                  <a:srgbClr val="222222"/>
                </a:solidFill>
                <a:latin typeface="Arial"/>
                <a:ea typeface="Arial"/>
                <a:cs typeface="Arial"/>
              </a:defRPr>
            </a:lvl6pPr>
            <a:lvl7pPr algn="l">
              <a:defRPr sz="1875" b="0">
                <a:solidFill>
                  <a:srgbClr val="222222"/>
                </a:solidFill>
                <a:latin typeface="Arial"/>
                <a:ea typeface="Arial"/>
                <a:cs typeface="Arial"/>
              </a:defRPr>
            </a:lvl7pPr>
            <a:lvl8pPr algn="l">
              <a:defRPr sz="1875" b="0">
                <a:solidFill>
                  <a:srgbClr val="222222"/>
                </a:solidFill>
                <a:latin typeface="Arial"/>
                <a:ea typeface="Arial"/>
                <a:cs typeface="Arial"/>
              </a:defRPr>
            </a:lvl8pPr>
            <a:lvl9pPr algn="l">
              <a:defRPr sz="1875" b="0">
                <a:solidFill>
                  <a:srgbClr val="222222"/>
                </a:solidFill>
                <a:latin typeface="Arial"/>
                <a:ea typeface="Arial"/>
                <a:cs typeface="Arial"/>
              </a:defRPr>
            </a:lvl9pPr>
          </a:lstStyle>
          <a:p>
            <a:pPr algn="l">
              <a:defRPr sz="1875" b="0">
                <a:solidFill>
                  <a:srgbClr val="222222"/>
                </a:solidFill>
                <a:latin typeface="Arial"/>
                <a:ea typeface="Arial"/>
                <a:cs typeface="Arial"/>
              </a:defRPr>
            </a:pPr>
            <a:r>
              <a:rPr sz="1875" b="0">
                <a:solidFill>
                  <a:srgbClr val="222222"/>
                </a:solidFill>
                <a:latin typeface="Arial"/>
                <a:ea typeface="Arial"/>
                <a:cs typeface="Arial"/>
              </a:rPr>
              <a:t>Improve actions through task rewards</a:t>
            </a:r>
          </a:p>
        </p:txBody>
      </p:sp>
      <p:sp>
        <p:nvSpPr>
          <p:cNvPr id="13" name="FlyGM, Section 2.2 • Separate walking and fli">
            <a:extLst>
              <a:ext uri="{FF2B5EF4-FFF2-40B4-BE49-F238E27FC236}">
                <a16:creationId xmlns:a16="http://schemas.microsoft.com/office/drawing/2014/main" id="{B128C45E-BB52-400B-88F6-7C55DF2B09FB}"/>
              </a:ext>
            </a:extLst>
          </p:cNvPr>
          <p:cNvSpPr>
            <a:spLocks noGrp="1"/>
          </p:cNvSpPr>
          <p:nvPr/>
        </p:nvSpPr>
        <p:spPr>
          <a:xfrm>
            <a:off x="457200" y="4629150"/>
            <a:ext cx="8096250" cy="228600"/>
          </a:xfrm>
          <a:prstGeom prst="rect">
            <a:avLst/>
          </a:prstGeom>
          <a:noFill/>
          <a:ln w="0">
            <a:noFill/>
          </a:ln>
        </p:spPr>
        <p:txBody>
          <a:bodyPr wrap="square" lIns="0" tIns="0" rIns="0" bIns="0" anchor="ctr"/>
          <a:lstStyle>
            <a:defPPr algn="l">
              <a:defRPr sz="1050" b="0">
                <a:solidFill>
                  <a:srgbClr val="555555"/>
                </a:solidFill>
                <a:latin typeface="Arial"/>
                <a:ea typeface="Arial"/>
                <a:cs typeface="Arial"/>
              </a:defRPr>
            </a:defPPr>
            <a:lvl1pPr algn="l">
              <a:defRPr sz="1050" b="0">
                <a:solidFill>
                  <a:srgbClr val="555555"/>
                </a:solidFill>
                <a:latin typeface="Arial"/>
                <a:ea typeface="Arial"/>
                <a:cs typeface="Arial"/>
              </a:defRPr>
            </a:lvl1pPr>
            <a:lvl2pPr algn="l">
              <a:defRPr sz="1050" b="0">
                <a:solidFill>
                  <a:srgbClr val="555555"/>
                </a:solidFill>
                <a:latin typeface="Arial"/>
                <a:ea typeface="Arial"/>
                <a:cs typeface="Arial"/>
              </a:defRPr>
            </a:lvl2pPr>
            <a:lvl3pPr algn="l">
              <a:defRPr sz="1050" b="0">
                <a:solidFill>
                  <a:srgbClr val="555555"/>
                </a:solidFill>
                <a:latin typeface="Arial"/>
                <a:ea typeface="Arial"/>
                <a:cs typeface="Arial"/>
              </a:defRPr>
            </a:lvl3pPr>
            <a:lvl4pPr algn="l">
              <a:defRPr sz="1050" b="0">
                <a:solidFill>
                  <a:srgbClr val="555555"/>
                </a:solidFill>
                <a:latin typeface="Arial"/>
                <a:ea typeface="Arial"/>
                <a:cs typeface="Arial"/>
              </a:defRPr>
            </a:lvl4pPr>
            <a:lvl5pPr algn="l">
              <a:defRPr sz="1050" b="0">
                <a:solidFill>
                  <a:srgbClr val="555555"/>
                </a:solidFill>
                <a:latin typeface="Arial"/>
                <a:ea typeface="Arial"/>
                <a:cs typeface="Arial"/>
              </a:defRPr>
            </a:lvl5pPr>
            <a:lvl6pPr algn="l">
              <a:defRPr sz="1050" b="0">
                <a:solidFill>
                  <a:srgbClr val="555555"/>
                </a:solidFill>
                <a:latin typeface="Arial"/>
                <a:ea typeface="Arial"/>
                <a:cs typeface="Arial"/>
              </a:defRPr>
            </a:lvl6pPr>
            <a:lvl7pPr algn="l">
              <a:defRPr sz="1050" b="0">
                <a:solidFill>
                  <a:srgbClr val="555555"/>
                </a:solidFill>
                <a:latin typeface="Arial"/>
                <a:ea typeface="Arial"/>
                <a:cs typeface="Arial"/>
              </a:defRPr>
            </a:lvl7pPr>
            <a:lvl8pPr algn="l">
              <a:defRPr sz="1050" b="0">
                <a:solidFill>
                  <a:srgbClr val="555555"/>
                </a:solidFill>
                <a:latin typeface="Arial"/>
                <a:ea typeface="Arial"/>
                <a:cs typeface="Arial"/>
              </a:defRPr>
            </a:lvl8pPr>
            <a:lvl9pPr algn="l">
              <a:defRPr sz="1050" b="0">
                <a:solidFill>
                  <a:srgbClr val="555555"/>
                </a:solidFill>
                <a:latin typeface="Arial"/>
                <a:ea typeface="Arial"/>
                <a:cs typeface="Arial"/>
              </a:defRPr>
            </a:lvl9pPr>
          </a:lstStyle>
          <a:p>
            <a:pPr algn="l">
              <a:defRPr sz="1050" b="0">
                <a:solidFill>
                  <a:srgbClr val="555555"/>
                </a:solidFill>
                <a:latin typeface="Arial"/>
                <a:ea typeface="Arial"/>
                <a:cs typeface="Arial"/>
              </a:defRPr>
            </a:pPr>
            <a:r>
              <a:rPr sz="1050" b="0">
                <a:solidFill>
                  <a:srgbClr val="555555"/>
                </a:solidFill>
                <a:latin typeface="Arial"/>
                <a:ea typeface="Arial"/>
                <a:cs typeface="Arial"/>
              </a:rPr>
              <a:t>FlyGM, Section 2.2 • Separate walking and flight policies; common pipeline for comparisons</a:t>
            </a:r>
          </a:p>
        </p:txBody>
      </p:sp>
    </p:spTree>
    <p:extLst>
      <p:ext uri="{BB962C8B-B14F-4D97-AF65-F5344CB8AC3E}">
        <p14:creationId xmlns:p14="http://schemas.microsoft.com/office/powerpoint/2010/main" val="1526145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he policies generate coordinated locomotion">
            <a:extLst>
              <a:ext uri="{FF2B5EF4-FFF2-40B4-BE49-F238E27FC236}">
                <a16:creationId xmlns:a16="http://schemas.microsoft.com/office/drawing/2014/main" id="{12D8650F-8CAA-477C-ADFC-A18D70895783}"/>
              </a:ext>
            </a:extLst>
          </p:cNvPr>
          <p:cNvSpPr>
            <a:spLocks noGrp="1"/>
          </p:cNvSpPr>
          <p:nvPr/>
        </p:nvSpPr>
        <p:spPr>
          <a:xfrm>
            <a:off x="381000" y="133350"/>
            <a:ext cx="8382000" cy="552450"/>
          </a:xfrm>
          <a:prstGeom prst="rect">
            <a:avLst/>
          </a:prstGeom>
          <a:noFill/>
          <a:ln w="0">
            <a:noFill/>
          </a:ln>
        </p:spPr>
        <p:txBody>
          <a:bodyPr wrap="square" lIns="0" tIns="0" rIns="0" bIns="0" anchor="ctr"/>
          <a:lstStyle>
            <a:defPPr algn="ctr">
              <a:defRPr sz="2700" b="0">
                <a:solidFill>
                  <a:srgbClr val="660874"/>
                </a:solidFill>
                <a:latin typeface="Arial"/>
                <a:ea typeface="Arial"/>
                <a:cs typeface="Arial"/>
              </a:defRPr>
            </a:defPPr>
            <a:lvl1pPr algn="ctr">
              <a:defRPr sz="2700" b="0">
                <a:solidFill>
                  <a:srgbClr val="660874"/>
                </a:solidFill>
                <a:latin typeface="Arial"/>
                <a:ea typeface="Arial"/>
                <a:cs typeface="Arial"/>
              </a:defRPr>
            </a:lvl1pPr>
            <a:lvl2pPr algn="ctr">
              <a:defRPr sz="2700" b="0">
                <a:solidFill>
                  <a:srgbClr val="660874"/>
                </a:solidFill>
                <a:latin typeface="Arial"/>
                <a:ea typeface="Arial"/>
                <a:cs typeface="Arial"/>
              </a:defRPr>
            </a:lvl2pPr>
            <a:lvl3pPr algn="ctr">
              <a:defRPr sz="2700" b="0">
                <a:solidFill>
                  <a:srgbClr val="660874"/>
                </a:solidFill>
                <a:latin typeface="Arial"/>
                <a:ea typeface="Arial"/>
                <a:cs typeface="Arial"/>
              </a:defRPr>
            </a:lvl3pPr>
            <a:lvl4pPr algn="ctr">
              <a:defRPr sz="2700" b="0">
                <a:solidFill>
                  <a:srgbClr val="660874"/>
                </a:solidFill>
                <a:latin typeface="Arial"/>
                <a:ea typeface="Arial"/>
                <a:cs typeface="Arial"/>
              </a:defRPr>
            </a:lvl4pPr>
            <a:lvl5pPr algn="ctr">
              <a:defRPr sz="2700" b="0">
                <a:solidFill>
                  <a:srgbClr val="660874"/>
                </a:solidFill>
                <a:latin typeface="Arial"/>
                <a:ea typeface="Arial"/>
                <a:cs typeface="Arial"/>
              </a:defRPr>
            </a:lvl5pPr>
            <a:lvl6pPr algn="ctr">
              <a:defRPr sz="2700" b="0">
                <a:solidFill>
                  <a:srgbClr val="660874"/>
                </a:solidFill>
                <a:latin typeface="Arial"/>
                <a:ea typeface="Arial"/>
                <a:cs typeface="Arial"/>
              </a:defRPr>
            </a:lvl6pPr>
            <a:lvl7pPr algn="ctr">
              <a:defRPr sz="2700" b="0">
                <a:solidFill>
                  <a:srgbClr val="660874"/>
                </a:solidFill>
                <a:latin typeface="Arial"/>
                <a:ea typeface="Arial"/>
                <a:cs typeface="Arial"/>
              </a:defRPr>
            </a:lvl7pPr>
            <a:lvl8pPr algn="ctr">
              <a:defRPr sz="2700" b="0">
                <a:solidFill>
                  <a:srgbClr val="660874"/>
                </a:solidFill>
                <a:latin typeface="Arial"/>
                <a:ea typeface="Arial"/>
                <a:cs typeface="Arial"/>
              </a:defRPr>
            </a:lvl8pPr>
            <a:lvl9pPr algn="ctr">
              <a:defRPr sz="2700" b="0">
                <a:solidFill>
                  <a:srgbClr val="660874"/>
                </a:solidFill>
                <a:latin typeface="Arial"/>
                <a:ea typeface="Arial"/>
                <a:cs typeface="Arial"/>
              </a:defRPr>
            </a:lvl9pPr>
          </a:lstStyle>
          <a:p>
            <a:pPr algn="ctr">
              <a:defRPr sz="2700" b="0">
                <a:solidFill>
                  <a:srgbClr val="660874"/>
                </a:solidFill>
                <a:latin typeface="Arial"/>
                <a:ea typeface="Arial"/>
                <a:cs typeface="Arial"/>
              </a:defRPr>
            </a:pPr>
            <a:r>
              <a:rPr sz="2700" b="0">
                <a:solidFill>
                  <a:srgbClr val="660874"/>
                </a:solidFill>
                <a:latin typeface="Arial"/>
                <a:ea typeface="Arial"/>
                <a:cs typeface="Arial"/>
              </a:rPr>
              <a:t>The policies generate coordinated locomotion</a:t>
            </a:r>
          </a:p>
        </p:txBody>
      </p:sp>
      <p:sp>
        <p:nvSpPr>
          <p:cNvPr id="2" name="7">
            <a:extLst>
              <a:ext uri="{FF2B5EF4-FFF2-40B4-BE49-F238E27FC236}">
                <a16:creationId xmlns:a16="http://schemas.microsoft.com/office/drawing/2014/main" id="{E712E991-6A27-442A-9597-74D017CC22F1}"/>
              </a:ext>
            </a:extLst>
          </p:cNvPr>
          <p:cNvSpPr>
            <a:spLocks noGrp="1"/>
          </p:cNvSpPr>
          <p:nvPr/>
        </p:nvSpPr>
        <p:spPr>
          <a:xfrm>
            <a:off x="8477250" y="4829175"/>
            <a:ext cx="523875" cy="228600"/>
          </a:xfrm>
          <a:prstGeom prst="rect">
            <a:avLst/>
          </a:prstGeom>
          <a:noFill/>
          <a:ln w="0">
            <a:noFill/>
          </a:ln>
        </p:spPr>
        <p:txBody>
          <a:bodyPr wrap="square" lIns="0" tIns="0" rIns="0" bIns="0" anchor="ctr"/>
          <a:lstStyle>
            <a:defPPr algn="l">
              <a:defRPr sz="975" b="0">
                <a:solidFill>
                  <a:srgbClr val="898989"/>
                </a:solidFill>
                <a:latin typeface="Arial"/>
                <a:ea typeface="Arial"/>
                <a:cs typeface="Arial"/>
              </a:defRPr>
            </a:defPPr>
            <a:lvl1pPr algn="l">
              <a:defRPr sz="975" b="0">
                <a:solidFill>
                  <a:srgbClr val="898989"/>
                </a:solidFill>
                <a:latin typeface="Arial"/>
                <a:ea typeface="Arial"/>
                <a:cs typeface="Arial"/>
              </a:defRPr>
            </a:lvl1pPr>
            <a:lvl2pPr algn="l">
              <a:defRPr sz="975" b="0">
                <a:solidFill>
                  <a:srgbClr val="898989"/>
                </a:solidFill>
                <a:latin typeface="Arial"/>
                <a:ea typeface="Arial"/>
                <a:cs typeface="Arial"/>
              </a:defRPr>
            </a:lvl2pPr>
            <a:lvl3pPr algn="l">
              <a:defRPr sz="975" b="0">
                <a:solidFill>
                  <a:srgbClr val="898989"/>
                </a:solidFill>
                <a:latin typeface="Arial"/>
                <a:ea typeface="Arial"/>
                <a:cs typeface="Arial"/>
              </a:defRPr>
            </a:lvl3pPr>
            <a:lvl4pPr algn="l">
              <a:defRPr sz="975" b="0">
                <a:solidFill>
                  <a:srgbClr val="898989"/>
                </a:solidFill>
                <a:latin typeface="Arial"/>
                <a:ea typeface="Arial"/>
                <a:cs typeface="Arial"/>
              </a:defRPr>
            </a:lvl4pPr>
            <a:lvl5pPr algn="l">
              <a:defRPr sz="975" b="0">
                <a:solidFill>
                  <a:srgbClr val="898989"/>
                </a:solidFill>
                <a:latin typeface="Arial"/>
                <a:ea typeface="Arial"/>
                <a:cs typeface="Arial"/>
              </a:defRPr>
            </a:lvl5pPr>
            <a:lvl6pPr algn="l">
              <a:defRPr sz="975" b="0">
                <a:solidFill>
                  <a:srgbClr val="898989"/>
                </a:solidFill>
                <a:latin typeface="Arial"/>
                <a:ea typeface="Arial"/>
                <a:cs typeface="Arial"/>
              </a:defRPr>
            </a:lvl6pPr>
            <a:lvl7pPr algn="l">
              <a:defRPr sz="975" b="0">
                <a:solidFill>
                  <a:srgbClr val="898989"/>
                </a:solidFill>
                <a:latin typeface="Arial"/>
                <a:ea typeface="Arial"/>
                <a:cs typeface="Arial"/>
              </a:defRPr>
            </a:lvl7pPr>
            <a:lvl8pPr algn="l">
              <a:defRPr sz="975" b="0">
                <a:solidFill>
                  <a:srgbClr val="898989"/>
                </a:solidFill>
                <a:latin typeface="Arial"/>
                <a:ea typeface="Arial"/>
                <a:cs typeface="Arial"/>
              </a:defRPr>
            </a:lvl8pPr>
            <a:lvl9pPr algn="l">
              <a:defRPr sz="975" b="0">
                <a:solidFill>
                  <a:srgbClr val="898989"/>
                </a:solidFill>
                <a:latin typeface="Arial"/>
                <a:ea typeface="Arial"/>
                <a:cs typeface="Arial"/>
              </a:defRPr>
            </a:lvl9pPr>
          </a:lstStyle>
          <a:p>
            <a:pPr algn="l">
              <a:defRPr sz="975" b="0">
                <a:solidFill>
                  <a:srgbClr val="898989"/>
                </a:solidFill>
                <a:latin typeface="Arial"/>
                <a:ea typeface="Arial"/>
                <a:cs typeface="Arial"/>
              </a:defRPr>
            </a:pPr>
            <a:r>
              <a:rPr sz="975" b="0">
                <a:solidFill>
                  <a:srgbClr val="898989"/>
                </a:solidFill>
                <a:latin typeface="Arial"/>
                <a:ea typeface="Arial"/>
                <a:cs typeface="Arial"/>
              </a:rPr>
              <a:t>7</a:t>
            </a:r>
          </a:p>
        </p:txBody>
      </p:sp>
      <p:pic>
        <p:nvPicPr>
          <p:cNvPr id="3" name="Picture 2">
            <a:extLst>
              <a:ext uri="{FF2B5EF4-FFF2-40B4-BE49-F238E27FC236}">
                <a16:creationId xmlns:a16="http://schemas.microsoft.com/office/drawing/2014/main" id="{8E9CB3A2-F40C-4BD9-86DE-C56CDB5300AE}"/>
              </a:ext>
            </a:extLst>
          </p:cNvPr>
          <p:cNvPicPr>
            <a:picLocks noChangeAspect="1"/>
          </p:cNvPicPr>
          <p:nvPr/>
        </p:nvPicPr>
        <p:blipFill>
          <a:blip r:embed="rId7"/>
          <a:stretch/>
        </p:blipFill>
        <p:spPr>
          <a:xfrm>
            <a:off x="333375" y="1370112"/>
            <a:ext cx="4238625" cy="2384227"/>
          </a:xfrm>
          <a:prstGeom prst="rect">
            <a:avLst/>
          </a:prstGeom>
        </p:spPr>
      </p:pic>
      <p:pic>
        <p:nvPicPr>
          <p:cNvPr id="4" name="Picture 3">
            <a:extLst>
              <a:ext uri="{FF2B5EF4-FFF2-40B4-BE49-F238E27FC236}">
                <a16:creationId xmlns:a16="http://schemas.microsoft.com/office/drawing/2014/main" id="{D44414EA-51AB-4D66-A1F8-6168D72E645F}"/>
              </a:ext>
            </a:extLst>
          </p:cNvPr>
          <p:cNvPicPr>
            <a:picLocks noChangeAspect="1"/>
          </p:cNvPicPr>
          <p:nvPr/>
        </p:nvPicPr>
        <p:blipFill>
          <a:blip r:embed="rId8"/>
          <a:stretch/>
        </p:blipFill>
        <p:spPr>
          <a:xfrm>
            <a:off x="4619625" y="1383506"/>
            <a:ext cx="4191000" cy="2357438"/>
          </a:xfrm>
          <a:prstGeom prst="rect">
            <a:avLst/>
          </a:prstGeom>
        </p:spPr>
      </p:pic>
      <p:sp>
        <p:nvSpPr>
          <p:cNvPr id="5" name="Walking, gait initiation and turns">
            <a:extLst>
              <a:ext uri="{FF2B5EF4-FFF2-40B4-BE49-F238E27FC236}">
                <a16:creationId xmlns:a16="http://schemas.microsoft.com/office/drawing/2014/main" id="{C67E7162-90C7-4AD3-8698-E4F743A87822}"/>
              </a:ext>
            </a:extLst>
          </p:cNvPr>
          <p:cNvSpPr>
            <a:spLocks noGrp="1"/>
          </p:cNvSpPr>
          <p:nvPr/>
        </p:nvSpPr>
        <p:spPr>
          <a:xfrm>
            <a:off x="381000" y="781050"/>
            <a:ext cx="4191000" cy="381000"/>
          </a:xfrm>
          <a:prstGeom prst="rect">
            <a:avLst/>
          </a:prstGeom>
          <a:noFill/>
          <a:ln w="0">
            <a:noFill/>
          </a:ln>
        </p:spPr>
        <p:txBody>
          <a:bodyPr wrap="square" lIns="0" tIns="0" rIns="0" bIns="0" anchor="ctr"/>
          <a:lstStyle>
            <a:defPPr algn="ctr">
              <a:defRPr sz="1875" b="1">
                <a:solidFill>
                  <a:srgbClr val="660874"/>
                </a:solidFill>
                <a:latin typeface="Arial"/>
                <a:ea typeface="Arial"/>
                <a:cs typeface="Arial"/>
              </a:defRPr>
            </a:defPPr>
            <a:lvl1pPr algn="ctr">
              <a:defRPr sz="1875" b="1">
                <a:solidFill>
                  <a:srgbClr val="660874"/>
                </a:solidFill>
                <a:latin typeface="Arial"/>
                <a:ea typeface="Arial"/>
                <a:cs typeface="Arial"/>
              </a:defRPr>
            </a:lvl1pPr>
            <a:lvl2pPr algn="ctr">
              <a:defRPr sz="1875" b="1">
                <a:solidFill>
                  <a:srgbClr val="660874"/>
                </a:solidFill>
                <a:latin typeface="Arial"/>
                <a:ea typeface="Arial"/>
                <a:cs typeface="Arial"/>
              </a:defRPr>
            </a:lvl2pPr>
            <a:lvl3pPr algn="ctr">
              <a:defRPr sz="1875" b="1">
                <a:solidFill>
                  <a:srgbClr val="660874"/>
                </a:solidFill>
                <a:latin typeface="Arial"/>
                <a:ea typeface="Arial"/>
                <a:cs typeface="Arial"/>
              </a:defRPr>
            </a:lvl3pPr>
            <a:lvl4pPr algn="ctr">
              <a:defRPr sz="1875" b="1">
                <a:solidFill>
                  <a:srgbClr val="660874"/>
                </a:solidFill>
                <a:latin typeface="Arial"/>
                <a:ea typeface="Arial"/>
                <a:cs typeface="Arial"/>
              </a:defRPr>
            </a:lvl4pPr>
            <a:lvl5pPr algn="ctr">
              <a:defRPr sz="1875" b="1">
                <a:solidFill>
                  <a:srgbClr val="660874"/>
                </a:solidFill>
                <a:latin typeface="Arial"/>
                <a:ea typeface="Arial"/>
                <a:cs typeface="Arial"/>
              </a:defRPr>
            </a:lvl5pPr>
            <a:lvl6pPr algn="ctr">
              <a:defRPr sz="1875" b="1">
                <a:solidFill>
                  <a:srgbClr val="660874"/>
                </a:solidFill>
                <a:latin typeface="Arial"/>
                <a:ea typeface="Arial"/>
                <a:cs typeface="Arial"/>
              </a:defRPr>
            </a:lvl6pPr>
            <a:lvl7pPr algn="ctr">
              <a:defRPr sz="1875" b="1">
                <a:solidFill>
                  <a:srgbClr val="660874"/>
                </a:solidFill>
                <a:latin typeface="Arial"/>
                <a:ea typeface="Arial"/>
                <a:cs typeface="Arial"/>
              </a:defRPr>
            </a:lvl7pPr>
            <a:lvl8pPr algn="ctr">
              <a:defRPr sz="1875" b="1">
                <a:solidFill>
                  <a:srgbClr val="660874"/>
                </a:solidFill>
                <a:latin typeface="Arial"/>
                <a:ea typeface="Arial"/>
                <a:cs typeface="Arial"/>
              </a:defRPr>
            </a:lvl8pPr>
            <a:lvl9pPr algn="ctr">
              <a:defRPr sz="1875" b="1">
                <a:solidFill>
                  <a:srgbClr val="660874"/>
                </a:solidFill>
                <a:latin typeface="Arial"/>
                <a:ea typeface="Arial"/>
                <a:cs typeface="Arial"/>
              </a:defRPr>
            </a:lvl9pPr>
          </a:lstStyle>
          <a:p>
            <a:pPr algn="ctr">
              <a:defRPr sz="1875" b="1">
                <a:solidFill>
                  <a:srgbClr val="660874"/>
                </a:solidFill>
                <a:latin typeface="Arial"/>
                <a:ea typeface="Arial"/>
                <a:cs typeface="Arial"/>
              </a:defRPr>
            </a:pPr>
            <a:r>
              <a:rPr sz="1875" b="1">
                <a:solidFill>
                  <a:srgbClr val="660874"/>
                </a:solidFill>
                <a:latin typeface="Arial"/>
                <a:ea typeface="Arial"/>
                <a:cs typeface="Arial"/>
              </a:rPr>
              <a:t>Walking, gait initiation and turns</a:t>
            </a:r>
          </a:p>
        </p:txBody>
      </p:sp>
      <p:sp>
        <p:nvSpPr>
          <p:cNvPr id="6" name="Flight: separate policy">
            <a:extLst>
              <a:ext uri="{FF2B5EF4-FFF2-40B4-BE49-F238E27FC236}">
                <a16:creationId xmlns:a16="http://schemas.microsoft.com/office/drawing/2014/main" id="{FAA80A50-1D26-40DA-81A5-A8CDA0051C0C}"/>
              </a:ext>
            </a:extLst>
          </p:cNvPr>
          <p:cNvSpPr>
            <a:spLocks noGrp="1"/>
          </p:cNvSpPr>
          <p:nvPr/>
        </p:nvSpPr>
        <p:spPr>
          <a:xfrm>
            <a:off x="4667250" y="781050"/>
            <a:ext cx="4048125" cy="381000"/>
          </a:xfrm>
          <a:prstGeom prst="rect">
            <a:avLst/>
          </a:prstGeom>
          <a:noFill/>
          <a:ln w="0">
            <a:noFill/>
          </a:ln>
        </p:spPr>
        <p:txBody>
          <a:bodyPr wrap="square" lIns="0" tIns="0" rIns="0" bIns="0" anchor="ctr"/>
          <a:lstStyle>
            <a:defPPr algn="ctr">
              <a:defRPr sz="1875" b="1">
                <a:solidFill>
                  <a:srgbClr val="660874"/>
                </a:solidFill>
                <a:latin typeface="Arial"/>
                <a:ea typeface="Arial"/>
                <a:cs typeface="Arial"/>
              </a:defRPr>
            </a:defPPr>
            <a:lvl1pPr algn="ctr">
              <a:defRPr sz="1875" b="1">
                <a:solidFill>
                  <a:srgbClr val="660874"/>
                </a:solidFill>
                <a:latin typeface="Arial"/>
                <a:ea typeface="Arial"/>
                <a:cs typeface="Arial"/>
              </a:defRPr>
            </a:lvl1pPr>
            <a:lvl2pPr algn="ctr">
              <a:defRPr sz="1875" b="1">
                <a:solidFill>
                  <a:srgbClr val="660874"/>
                </a:solidFill>
                <a:latin typeface="Arial"/>
                <a:ea typeface="Arial"/>
                <a:cs typeface="Arial"/>
              </a:defRPr>
            </a:lvl2pPr>
            <a:lvl3pPr algn="ctr">
              <a:defRPr sz="1875" b="1">
                <a:solidFill>
                  <a:srgbClr val="660874"/>
                </a:solidFill>
                <a:latin typeface="Arial"/>
                <a:ea typeface="Arial"/>
                <a:cs typeface="Arial"/>
              </a:defRPr>
            </a:lvl3pPr>
            <a:lvl4pPr algn="ctr">
              <a:defRPr sz="1875" b="1">
                <a:solidFill>
                  <a:srgbClr val="660874"/>
                </a:solidFill>
                <a:latin typeface="Arial"/>
                <a:ea typeface="Arial"/>
                <a:cs typeface="Arial"/>
              </a:defRPr>
            </a:lvl4pPr>
            <a:lvl5pPr algn="ctr">
              <a:defRPr sz="1875" b="1">
                <a:solidFill>
                  <a:srgbClr val="660874"/>
                </a:solidFill>
                <a:latin typeface="Arial"/>
                <a:ea typeface="Arial"/>
                <a:cs typeface="Arial"/>
              </a:defRPr>
            </a:lvl5pPr>
            <a:lvl6pPr algn="ctr">
              <a:defRPr sz="1875" b="1">
                <a:solidFill>
                  <a:srgbClr val="660874"/>
                </a:solidFill>
                <a:latin typeface="Arial"/>
                <a:ea typeface="Arial"/>
                <a:cs typeface="Arial"/>
              </a:defRPr>
            </a:lvl6pPr>
            <a:lvl7pPr algn="ctr">
              <a:defRPr sz="1875" b="1">
                <a:solidFill>
                  <a:srgbClr val="660874"/>
                </a:solidFill>
                <a:latin typeface="Arial"/>
                <a:ea typeface="Arial"/>
                <a:cs typeface="Arial"/>
              </a:defRPr>
            </a:lvl7pPr>
            <a:lvl8pPr algn="ctr">
              <a:defRPr sz="1875" b="1">
                <a:solidFill>
                  <a:srgbClr val="660874"/>
                </a:solidFill>
                <a:latin typeface="Arial"/>
                <a:ea typeface="Arial"/>
                <a:cs typeface="Arial"/>
              </a:defRPr>
            </a:lvl8pPr>
            <a:lvl9pPr algn="ctr">
              <a:defRPr sz="1875" b="1">
                <a:solidFill>
                  <a:srgbClr val="660874"/>
                </a:solidFill>
                <a:latin typeface="Arial"/>
                <a:ea typeface="Arial"/>
                <a:cs typeface="Arial"/>
              </a:defRPr>
            </a:lvl9pPr>
          </a:lstStyle>
          <a:p>
            <a:pPr algn="ctr">
              <a:defRPr sz="1875" b="1">
                <a:solidFill>
                  <a:srgbClr val="660874"/>
                </a:solidFill>
                <a:latin typeface="Arial"/>
                <a:ea typeface="Arial"/>
                <a:cs typeface="Arial"/>
              </a:defRPr>
            </a:pPr>
            <a:r>
              <a:rPr sz="1875" b="1">
                <a:solidFill>
                  <a:srgbClr val="660874"/>
                </a:solidFill>
                <a:latin typeface="Arial"/>
                <a:ea typeface="Arial"/>
                <a:cs typeface="Arial"/>
              </a:rPr>
              <a:t>Flight: separate policy</a:t>
            </a:r>
          </a:p>
        </p:txBody>
      </p:sp>
      <p:sp>
        <p:nvSpPr>
          <p:cNvPr id="7" name="Click either demonstration to play">
            <a:extLst>
              <a:ext uri="{FF2B5EF4-FFF2-40B4-BE49-F238E27FC236}">
                <a16:creationId xmlns:a16="http://schemas.microsoft.com/office/drawing/2014/main" id="{019BBD7A-6874-4CBD-9ECC-B3D1C517B21D}"/>
              </a:ext>
            </a:extLst>
          </p:cNvPr>
          <p:cNvSpPr>
            <a:spLocks noGrp="1"/>
          </p:cNvSpPr>
          <p:nvPr/>
        </p:nvSpPr>
        <p:spPr>
          <a:xfrm>
            <a:off x="619125" y="4133850"/>
            <a:ext cx="7905750" cy="333375"/>
          </a:xfrm>
          <a:prstGeom prst="rect">
            <a:avLst/>
          </a:prstGeom>
          <a:noFill/>
          <a:ln w="0">
            <a:noFill/>
          </a:ln>
        </p:spPr>
        <p:txBody>
          <a:bodyPr wrap="square" lIns="0" tIns="0" rIns="0" bIns="0" anchor="ctr"/>
          <a:lstStyle>
            <a:defPPr algn="ctr">
              <a:defRPr sz="1800" b="0">
                <a:solidFill>
                  <a:srgbClr val="555555"/>
                </a:solidFill>
                <a:latin typeface="Arial"/>
                <a:ea typeface="Arial"/>
                <a:cs typeface="Arial"/>
              </a:defRPr>
            </a:defPPr>
            <a:lvl1pPr algn="ctr">
              <a:defRPr sz="1800" b="0">
                <a:solidFill>
                  <a:srgbClr val="555555"/>
                </a:solidFill>
                <a:latin typeface="Arial"/>
                <a:ea typeface="Arial"/>
                <a:cs typeface="Arial"/>
              </a:defRPr>
            </a:lvl1pPr>
            <a:lvl2pPr algn="ctr">
              <a:defRPr sz="1800" b="0">
                <a:solidFill>
                  <a:srgbClr val="555555"/>
                </a:solidFill>
                <a:latin typeface="Arial"/>
                <a:ea typeface="Arial"/>
                <a:cs typeface="Arial"/>
              </a:defRPr>
            </a:lvl2pPr>
            <a:lvl3pPr algn="ctr">
              <a:defRPr sz="1800" b="0">
                <a:solidFill>
                  <a:srgbClr val="555555"/>
                </a:solidFill>
                <a:latin typeface="Arial"/>
                <a:ea typeface="Arial"/>
                <a:cs typeface="Arial"/>
              </a:defRPr>
            </a:lvl3pPr>
            <a:lvl4pPr algn="ctr">
              <a:defRPr sz="1800" b="0">
                <a:solidFill>
                  <a:srgbClr val="555555"/>
                </a:solidFill>
                <a:latin typeface="Arial"/>
                <a:ea typeface="Arial"/>
                <a:cs typeface="Arial"/>
              </a:defRPr>
            </a:lvl4pPr>
            <a:lvl5pPr algn="ctr">
              <a:defRPr sz="1800" b="0">
                <a:solidFill>
                  <a:srgbClr val="555555"/>
                </a:solidFill>
                <a:latin typeface="Arial"/>
                <a:ea typeface="Arial"/>
                <a:cs typeface="Arial"/>
              </a:defRPr>
            </a:lvl5pPr>
            <a:lvl6pPr algn="ctr">
              <a:defRPr sz="1800" b="0">
                <a:solidFill>
                  <a:srgbClr val="555555"/>
                </a:solidFill>
                <a:latin typeface="Arial"/>
                <a:ea typeface="Arial"/>
                <a:cs typeface="Arial"/>
              </a:defRPr>
            </a:lvl6pPr>
            <a:lvl7pPr algn="ctr">
              <a:defRPr sz="1800" b="0">
                <a:solidFill>
                  <a:srgbClr val="555555"/>
                </a:solidFill>
                <a:latin typeface="Arial"/>
                <a:ea typeface="Arial"/>
                <a:cs typeface="Arial"/>
              </a:defRPr>
            </a:lvl7pPr>
            <a:lvl8pPr algn="ctr">
              <a:defRPr sz="1800" b="0">
                <a:solidFill>
                  <a:srgbClr val="555555"/>
                </a:solidFill>
                <a:latin typeface="Arial"/>
                <a:ea typeface="Arial"/>
                <a:cs typeface="Arial"/>
              </a:defRPr>
            </a:lvl8pPr>
            <a:lvl9pPr algn="ctr">
              <a:defRPr sz="1800" b="0">
                <a:solidFill>
                  <a:srgbClr val="555555"/>
                </a:solidFill>
                <a:latin typeface="Arial"/>
                <a:ea typeface="Arial"/>
                <a:cs typeface="Arial"/>
              </a:defRPr>
            </a:lvl9pPr>
          </a:lstStyle>
          <a:p>
            <a:pPr algn="ctr">
              <a:defRPr sz="1800" b="0">
                <a:solidFill>
                  <a:srgbClr val="555555"/>
                </a:solidFill>
                <a:latin typeface="Arial"/>
                <a:ea typeface="Arial"/>
                <a:cs typeface="Arial"/>
              </a:defRPr>
            </a:pPr>
            <a:r>
              <a:rPr sz="1800" b="0">
                <a:solidFill>
                  <a:srgbClr val="555555"/>
                </a:solidFill>
                <a:latin typeface="Arial"/>
                <a:ea typeface="Arial"/>
                <a:cs typeface="Arial"/>
              </a:rPr>
              <a:t>Click either demonstration to play</a:t>
            </a:r>
          </a:p>
        </p:txBody>
      </p:sp>
      <p:sp>
        <p:nvSpPr>
          <p:cNvPr id="8" name="FlyGM locomotion demonstrations • Slow-motion">
            <a:extLst>
              <a:ext uri="{FF2B5EF4-FFF2-40B4-BE49-F238E27FC236}">
                <a16:creationId xmlns:a16="http://schemas.microsoft.com/office/drawing/2014/main" id="{3D5DE479-FF95-45C8-9B24-3E836781AD7A}"/>
              </a:ext>
            </a:extLst>
          </p:cNvPr>
          <p:cNvSpPr>
            <a:spLocks noGrp="1"/>
          </p:cNvSpPr>
          <p:nvPr/>
        </p:nvSpPr>
        <p:spPr>
          <a:xfrm>
            <a:off x="457200" y="4629150"/>
            <a:ext cx="8096250" cy="228600"/>
          </a:xfrm>
          <a:prstGeom prst="rect">
            <a:avLst/>
          </a:prstGeom>
          <a:noFill/>
          <a:ln w="0">
            <a:noFill/>
          </a:ln>
        </p:spPr>
        <p:txBody>
          <a:bodyPr wrap="square" lIns="0" tIns="0" rIns="0" bIns="0" anchor="ctr"/>
          <a:lstStyle>
            <a:defPPr algn="l">
              <a:defRPr sz="1050" b="0">
                <a:solidFill>
                  <a:srgbClr val="555555"/>
                </a:solidFill>
                <a:latin typeface="Arial"/>
                <a:ea typeface="Arial"/>
                <a:cs typeface="Arial"/>
              </a:defRPr>
            </a:defPPr>
            <a:lvl1pPr algn="l">
              <a:defRPr sz="1050" b="0">
                <a:solidFill>
                  <a:srgbClr val="555555"/>
                </a:solidFill>
                <a:latin typeface="Arial"/>
                <a:ea typeface="Arial"/>
                <a:cs typeface="Arial"/>
              </a:defRPr>
            </a:lvl1pPr>
            <a:lvl2pPr algn="l">
              <a:defRPr sz="1050" b="0">
                <a:solidFill>
                  <a:srgbClr val="555555"/>
                </a:solidFill>
                <a:latin typeface="Arial"/>
                <a:ea typeface="Arial"/>
                <a:cs typeface="Arial"/>
              </a:defRPr>
            </a:lvl2pPr>
            <a:lvl3pPr algn="l">
              <a:defRPr sz="1050" b="0">
                <a:solidFill>
                  <a:srgbClr val="555555"/>
                </a:solidFill>
                <a:latin typeface="Arial"/>
                <a:ea typeface="Arial"/>
                <a:cs typeface="Arial"/>
              </a:defRPr>
            </a:lvl3pPr>
            <a:lvl4pPr algn="l">
              <a:defRPr sz="1050" b="0">
                <a:solidFill>
                  <a:srgbClr val="555555"/>
                </a:solidFill>
                <a:latin typeface="Arial"/>
                <a:ea typeface="Arial"/>
                <a:cs typeface="Arial"/>
              </a:defRPr>
            </a:lvl4pPr>
            <a:lvl5pPr algn="l">
              <a:defRPr sz="1050" b="0">
                <a:solidFill>
                  <a:srgbClr val="555555"/>
                </a:solidFill>
                <a:latin typeface="Arial"/>
                <a:ea typeface="Arial"/>
                <a:cs typeface="Arial"/>
              </a:defRPr>
            </a:lvl5pPr>
            <a:lvl6pPr algn="l">
              <a:defRPr sz="1050" b="0">
                <a:solidFill>
                  <a:srgbClr val="555555"/>
                </a:solidFill>
                <a:latin typeface="Arial"/>
                <a:ea typeface="Arial"/>
                <a:cs typeface="Arial"/>
              </a:defRPr>
            </a:lvl6pPr>
            <a:lvl7pPr algn="l">
              <a:defRPr sz="1050" b="0">
                <a:solidFill>
                  <a:srgbClr val="555555"/>
                </a:solidFill>
                <a:latin typeface="Arial"/>
                <a:ea typeface="Arial"/>
                <a:cs typeface="Arial"/>
              </a:defRPr>
            </a:lvl7pPr>
            <a:lvl8pPr algn="l">
              <a:defRPr sz="1050" b="0">
                <a:solidFill>
                  <a:srgbClr val="555555"/>
                </a:solidFill>
                <a:latin typeface="Arial"/>
                <a:ea typeface="Arial"/>
                <a:cs typeface="Arial"/>
              </a:defRPr>
            </a:lvl8pPr>
            <a:lvl9pPr algn="l">
              <a:defRPr sz="1050" b="0">
                <a:solidFill>
                  <a:srgbClr val="555555"/>
                </a:solidFill>
                <a:latin typeface="Arial"/>
                <a:ea typeface="Arial"/>
                <a:cs typeface="Arial"/>
              </a:defRPr>
            </a:lvl9pPr>
          </a:lstStyle>
          <a:p>
            <a:pPr algn="l">
              <a:defRPr sz="1050" b="0">
                <a:solidFill>
                  <a:srgbClr val="555555"/>
                </a:solidFill>
                <a:latin typeface="Arial"/>
                <a:ea typeface="Arial"/>
                <a:cs typeface="Arial"/>
              </a:defRPr>
            </a:pPr>
            <a:r>
              <a:rPr sz="1050" b="0">
                <a:solidFill>
                  <a:srgbClr val="555555"/>
                </a:solidFill>
                <a:latin typeface="Arial"/>
                <a:ea typeface="Arial"/>
                <a:cs typeface="Arial"/>
              </a:rPr>
              <a:t>FlyGM locomotion demonstrations • Slow-motion playback; see simulation timestamps</a:t>
            </a:r>
          </a:p>
        </p:txBody>
      </p:sp>
      <p:pic>
        <p:nvPicPr>
          <p:cNvPr id="900" name="Silent locomotion.mp4">
            <a:hlinkClick r:id="" action="ppaction://media"/>
            <a:extLst>
              <a:ext uri="{FF2B5EF4-FFF2-40B4-BE49-F238E27FC236}">
                <a16:creationId xmlns:a16="http://schemas.microsoft.com/office/drawing/2014/main" id="{B6823228-6330-7722-C41C-84D2A0600ED1}"/>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333375" y="1371600"/>
            <a:ext cx="4238625" cy="2384227"/>
          </a:xfrm>
          <a:prstGeom prst="rect">
            <a:avLst/>
          </a:prstGeom>
        </p:spPr>
      </p:pic>
      <p:pic>
        <p:nvPicPr>
          <p:cNvPr id="901" name="Silent flight.mp4">
            <a:hlinkClick r:id="" action="ppaction://media"/>
            <a:extLst>
              <a:ext uri="{FF2B5EF4-FFF2-40B4-BE49-F238E27FC236}">
                <a16:creationId xmlns:a16="http://schemas.microsoft.com/office/drawing/2014/main" id="{B6823228-6330-7722-C41C-84D2A0600ED1}"/>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619625" y="1371600"/>
            <a:ext cx="4191000" cy="2357438"/>
          </a:xfrm>
          <a:prstGeom prst="rect">
            <a:avLst/>
          </a:prstGeom>
        </p:spPr>
      </p:pic>
    </p:spTree>
    <p:extLst>
      <p:ext uri="{BB962C8B-B14F-4D97-AF65-F5344CB8AC3E}">
        <p14:creationId xmlns:p14="http://schemas.microsoft.com/office/powerpoint/2010/main" val="1526145807"/>
      </p:ext>
    </p:extLst>
  </p:cSld>
  <p:clrMapOvr>
    <a:masterClrMapping/>
  </p:clrMapOvr>
  <p:timing>
    <p:tnLst>
      <p:par>
        <p:cTn id="1" dur="indefinite" restart="never" nodeType="tmRoot">
          <p:childTnLst>
            <p:video>
              <p:cMediaNode vol="0">
                <p:cTn id="2" fill="hold" display="0">
                  <p:stCondLst>
                    <p:cond delay="indefinite"/>
                  </p:stCondLst>
                </p:cTn>
                <p:tgtEl>
                  <p:spTgt spid="900"/>
                </p:tgtEl>
              </p:cMediaNode>
            </p:video>
            <p:video>
              <p:cMediaNode vol="0">
                <p:cTn id="3" fill="hold" display="0">
                  <p:stCondLst>
                    <p:cond delay="indefinite"/>
                  </p:stCondLst>
                </p:cTn>
                <p:tgtEl>
                  <p:spTgt spid="901"/>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tructural controls test the contribution of ">
            <a:extLst>
              <a:ext uri="{FF2B5EF4-FFF2-40B4-BE49-F238E27FC236}">
                <a16:creationId xmlns:a16="http://schemas.microsoft.com/office/drawing/2014/main" id="{80799DA5-08D2-4BDA-AA6C-59F418738FBE}"/>
              </a:ext>
            </a:extLst>
          </p:cNvPr>
          <p:cNvSpPr>
            <a:spLocks noGrp="1"/>
          </p:cNvSpPr>
          <p:nvPr/>
        </p:nvSpPr>
        <p:spPr>
          <a:xfrm>
            <a:off x="381000" y="133350"/>
            <a:ext cx="8382000" cy="552450"/>
          </a:xfrm>
          <a:prstGeom prst="rect">
            <a:avLst/>
          </a:prstGeom>
          <a:noFill/>
          <a:ln w="0">
            <a:noFill/>
          </a:ln>
        </p:spPr>
        <p:txBody>
          <a:bodyPr wrap="square" lIns="0" tIns="0" rIns="0" bIns="0" anchor="ctr"/>
          <a:lstStyle>
            <a:defPPr algn="ctr">
              <a:defRPr sz="2700" b="0">
                <a:solidFill>
                  <a:srgbClr val="660874"/>
                </a:solidFill>
                <a:latin typeface="Arial"/>
                <a:ea typeface="Arial"/>
                <a:cs typeface="Arial"/>
              </a:defRPr>
            </a:defPPr>
            <a:lvl1pPr algn="ctr">
              <a:defRPr sz="2700" b="0">
                <a:solidFill>
                  <a:srgbClr val="660874"/>
                </a:solidFill>
                <a:latin typeface="Arial"/>
                <a:ea typeface="Arial"/>
                <a:cs typeface="Arial"/>
              </a:defRPr>
            </a:lvl1pPr>
            <a:lvl2pPr algn="ctr">
              <a:defRPr sz="2700" b="0">
                <a:solidFill>
                  <a:srgbClr val="660874"/>
                </a:solidFill>
                <a:latin typeface="Arial"/>
                <a:ea typeface="Arial"/>
                <a:cs typeface="Arial"/>
              </a:defRPr>
            </a:lvl2pPr>
            <a:lvl3pPr algn="ctr">
              <a:defRPr sz="2700" b="0">
                <a:solidFill>
                  <a:srgbClr val="660874"/>
                </a:solidFill>
                <a:latin typeface="Arial"/>
                <a:ea typeface="Arial"/>
                <a:cs typeface="Arial"/>
              </a:defRPr>
            </a:lvl3pPr>
            <a:lvl4pPr algn="ctr">
              <a:defRPr sz="2700" b="0">
                <a:solidFill>
                  <a:srgbClr val="660874"/>
                </a:solidFill>
                <a:latin typeface="Arial"/>
                <a:ea typeface="Arial"/>
                <a:cs typeface="Arial"/>
              </a:defRPr>
            </a:lvl4pPr>
            <a:lvl5pPr algn="ctr">
              <a:defRPr sz="2700" b="0">
                <a:solidFill>
                  <a:srgbClr val="660874"/>
                </a:solidFill>
                <a:latin typeface="Arial"/>
                <a:ea typeface="Arial"/>
                <a:cs typeface="Arial"/>
              </a:defRPr>
            </a:lvl5pPr>
            <a:lvl6pPr algn="ctr">
              <a:defRPr sz="2700" b="0">
                <a:solidFill>
                  <a:srgbClr val="660874"/>
                </a:solidFill>
                <a:latin typeface="Arial"/>
                <a:ea typeface="Arial"/>
                <a:cs typeface="Arial"/>
              </a:defRPr>
            </a:lvl6pPr>
            <a:lvl7pPr algn="ctr">
              <a:defRPr sz="2700" b="0">
                <a:solidFill>
                  <a:srgbClr val="660874"/>
                </a:solidFill>
                <a:latin typeface="Arial"/>
                <a:ea typeface="Arial"/>
                <a:cs typeface="Arial"/>
              </a:defRPr>
            </a:lvl7pPr>
            <a:lvl8pPr algn="ctr">
              <a:defRPr sz="2700" b="0">
                <a:solidFill>
                  <a:srgbClr val="660874"/>
                </a:solidFill>
                <a:latin typeface="Arial"/>
                <a:ea typeface="Arial"/>
                <a:cs typeface="Arial"/>
              </a:defRPr>
            </a:lvl8pPr>
            <a:lvl9pPr algn="ctr">
              <a:defRPr sz="2700" b="0">
                <a:solidFill>
                  <a:srgbClr val="660874"/>
                </a:solidFill>
                <a:latin typeface="Arial"/>
                <a:ea typeface="Arial"/>
                <a:cs typeface="Arial"/>
              </a:defRPr>
            </a:lvl9pPr>
          </a:lstStyle>
          <a:p>
            <a:pPr algn="ctr">
              <a:defRPr sz="2700" b="0">
                <a:solidFill>
                  <a:srgbClr val="660874"/>
                </a:solidFill>
                <a:latin typeface="Arial"/>
                <a:ea typeface="Arial"/>
                <a:cs typeface="Arial"/>
              </a:defRPr>
            </a:pPr>
            <a:r>
              <a:rPr sz="2700" b="0">
                <a:solidFill>
                  <a:srgbClr val="660874"/>
                </a:solidFill>
                <a:latin typeface="Arial"/>
                <a:ea typeface="Arial"/>
                <a:cs typeface="Arial"/>
              </a:rPr>
              <a:t>Structural controls test the contribution of wiring</a:t>
            </a:r>
          </a:p>
        </p:txBody>
      </p:sp>
      <p:sp>
        <p:nvSpPr>
          <p:cNvPr id="2" name="8">
            <a:extLst>
              <a:ext uri="{FF2B5EF4-FFF2-40B4-BE49-F238E27FC236}">
                <a16:creationId xmlns:a16="http://schemas.microsoft.com/office/drawing/2014/main" id="{FDE7F92E-252D-4CFB-84F7-CA2098D9DAAF}"/>
              </a:ext>
            </a:extLst>
          </p:cNvPr>
          <p:cNvSpPr>
            <a:spLocks noGrp="1"/>
          </p:cNvSpPr>
          <p:nvPr/>
        </p:nvSpPr>
        <p:spPr>
          <a:xfrm>
            <a:off x="8477250" y="4829175"/>
            <a:ext cx="523875" cy="228600"/>
          </a:xfrm>
          <a:prstGeom prst="rect">
            <a:avLst/>
          </a:prstGeom>
          <a:noFill/>
          <a:ln w="0">
            <a:noFill/>
          </a:ln>
        </p:spPr>
        <p:txBody>
          <a:bodyPr wrap="square" lIns="0" tIns="0" rIns="0" bIns="0" anchor="ctr"/>
          <a:lstStyle>
            <a:defPPr algn="l">
              <a:defRPr sz="975" b="0">
                <a:solidFill>
                  <a:srgbClr val="898989"/>
                </a:solidFill>
                <a:latin typeface="Arial"/>
                <a:ea typeface="Arial"/>
                <a:cs typeface="Arial"/>
              </a:defRPr>
            </a:defPPr>
            <a:lvl1pPr algn="l">
              <a:defRPr sz="975" b="0">
                <a:solidFill>
                  <a:srgbClr val="898989"/>
                </a:solidFill>
                <a:latin typeface="Arial"/>
                <a:ea typeface="Arial"/>
                <a:cs typeface="Arial"/>
              </a:defRPr>
            </a:lvl1pPr>
            <a:lvl2pPr algn="l">
              <a:defRPr sz="975" b="0">
                <a:solidFill>
                  <a:srgbClr val="898989"/>
                </a:solidFill>
                <a:latin typeface="Arial"/>
                <a:ea typeface="Arial"/>
                <a:cs typeface="Arial"/>
              </a:defRPr>
            </a:lvl2pPr>
            <a:lvl3pPr algn="l">
              <a:defRPr sz="975" b="0">
                <a:solidFill>
                  <a:srgbClr val="898989"/>
                </a:solidFill>
                <a:latin typeface="Arial"/>
                <a:ea typeface="Arial"/>
                <a:cs typeface="Arial"/>
              </a:defRPr>
            </a:lvl3pPr>
            <a:lvl4pPr algn="l">
              <a:defRPr sz="975" b="0">
                <a:solidFill>
                  <a:srgbClr val="898989"/>
                </a:solidFill>
                <a:latin typeface="Arial"/>
                <a:ea typeface="Arial"/>
                <a:cs typeface="Arial"/>
              </a:defRPr>
            </a:lvl4pPr>
            <a:lvl5pPr algn="l">
              <a:defRPr sz="975" b="0">
                <a:solidFill>
                  <a:srgbClr val="898989"/>
                </a:solidFill>
                <a:latin typeface="Arial"/>
                <a:ea typeface="Arial"/>
                <a:cs typeface="Arial"/>
              </a:defRPr>
            </a:lvl5pPr>
            <a:lvl6pPr algn="l">
              <a:defRPr sz="975" b="0">
                <a:solidFill>
                  <a:srgbClr val="898989"/>
                </a:solidFill>
                <a:latin typeface="Arial"/>
                <a:ea typeface="Arial"/>
                <a:cs typeface="Arial"/>
              </a:defRPr>
            </a:lvl6pPr>
            <a:lvl7pPr algn="l">
              <a:defRPr sz="975" b="0">
                <a:solidFill>
                  <a:srgbClr val="898989"/>
                </a:solidFill>
                <a:latin typeface="Arial"/>
                <a:ea typeface="Arial"/>
                <a:cs typeface="Arial"/>
              </a:defRPr>
            </a:lvl7pPr>
            <a:lvl8pPr algn="l">
              <a:defRPr sz="975" b="0">
                <a:solidFill>
                  <a:srgbClr val="898989"/>
                </a:solidFill>
                <a:latin typeface="Arial"/>
                <a:ea typeface="Arial"/>
                <a:cs typeface="Arial"/>
              </a:defRPr>
            </a:lvl8pPr>
            <a:lvl9pPr algn="l">
              <a:defRPr sz="975" b="0">
                <a:solidFill>
                  <a:srgbClr val="898989"/>
                </a:solidFill>
                <a:latin typeface="Arial"/>
                <a:ea typeface="Arial"/>
                <a:cs typeface="Arial"/>
              </a:defRPr>
            </a:lvl9pPr>
          </a:lstStyle>
          <a:p>
            <a:pPr algn="l">
              <a:defRPr sz="975" b="0">
                <a:solidFill>
                  <a:srgbClr val="898989"/>
                </a:solidFill>
                <a:latin typeface="Arial"/>
                <a:ea typeface="Arial"/>
                <a:cs typeface="Arial"/>
              </a:defRPr>
            </a:pPr>
            <a:r>
              <a:rPr sz="975" b="0">
                <a:solidFill>
                  <a:srgbClr val="898989"/>
                </a:solidFill>
                <a:latin typeface="Arial"/>
                <a:ea typeface="Arial"/>
                <a:cs typeface="Arial"/>
              </a:rPr>
              <a:t>8</a:t>
            </a:r>
          </a:p>
        </p:txBody>
      </p:sp>
      <p:graphicFrame>
        <p:nvGraphicFramePr>
          <p:cNvPr id="3" name="Table 2">
            <a:extLst>
              <a:ext uri="{FF2B5EF4-FFF2-40B4-BE49-F238E27FC236}">
                <a16:creationId xmlns:a16="http://schemas.microsoft.com/office/drawing/2014/main" id="{05A2A1B1-8058-49EA-9172-C5AFF7FBE104}"/>
              </a:ext>
            </a:extLst>
          </p:cNvPr>
          <p:cNvGraphicFramePr/>
          <p:nvPr/>
        </p:nvGraphicFramePr>
        <p:xfrm>
          <a:off x="457200" y="1066800"/>
          <a:ext cx="8229600" cy="2724150"/>
        </p:xfrm>
        <a:graphic>
          <a:graphicData uri="http://schemas.openxmlformats.org/drawingml/2006/table">
            <a:tbl>
              <a:tblPr/>
              <a:tblGrid>
                <a:gridCol w="304800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544830">
                <a:tc>
                  <a:txBody>
                    <a:bodyPr/>
                    <a:lstStyle/>
                    <a:p>
                      <a:r>
                        <a:rPr sz="1575" b="1">
                          <a:solidFill>
                            <a:srgbClr val="FFFFFF"/>
                          </a:solidFill>
                          <a:latin typeface="Arial"/>
                          <a:ea typeface="Arial"/>
                          <a:cs typeface="Arial"/>
                        </a:rPr>
                        <a:t>Controller</a:t>
                      </a:r>
                    </a:p>
                  </a:txBody>
                  <a:tcPr>
                    <a:lnL w="5715">
                      <a:solidFill>
                        <a:srgbClr val="D9D1DB"/>
                      </a:solidFill>
                      <a:prstDash val="solid"/>
                    </a:lnL>
                    <a:lnR w="5715">
                      <a:solidFill>
                        <a:srgbClr val="D9D1DB"/>
                      </a:solidFill>
                      <a:prstDash val="solid"/>
                    </a:lnR>
                    <a:lnT w="5715">
                      <a:solidFill>
                        <a:srgbClr val="D9D1DB"/>
                      </a:solidFill>
                      <a:prstDash val="solid"/>
                    </a:lnT>
                    <a:lnB w="5715">
                      <a:solidFill>
                        <a:srgbClr val="D9D1DB"/>
                      </a:solidFill>
                      <a:prstDash val="solid"/>
                    </a:lnB>
                    <a:solidFill>
                      <a:srgbClr val="660874"/>
                    </a:solidFill>
                  </a:tcPr>
                </a:tc>
                <a:tc>
                  <a:txBody>
                    <a:bodyPr/>
                    <a:lstStyle/>
                    <a:p>
                      <a:r>
                        <a:rPr sz="1575" b="1">
                          <a:solidFill>
                            <a:srgbClr val="FFFFFF"/>
                          </a:solidFill>
                          <a:latin typeface="Arial"/>
                          <a:ea typeface="Arial"/>
                          <a:cs typeface="Arial"/>
                        </a:rPr>
                        <a:t>What the control retains</a:t>
                      </a:r>
                    </a:p>
                  </a:txBody>
                  <a:tcPr>
                    <a:lnL w="5715" cap="flat" cmpd="sng" algn="ctr">
                      <a:solidFill>
                        <a:srgbClr val="D9D1DB"/>
                      </a:solidFill>
                      <a:prstDash val="solid"/>
                      <a:round/>
                      <a:headEnd type="none" w="med" len="med"/>
                      <a:tailEnd type="none" w="med" len="med"/>
                    </a:lnL>
                    <a:lnR w="5715">
                      <a:solidFill>
                        <a:srgbClr val="D9D1DB"/>
                      </a:solidFill>
                      <a:prstDash val="solid"/>
                    </a:lnR>
                    <a:lnT w="5715">
                      <a:solidFill>
                        <a:srgbClr val="D9D1DB"/>
                      </a:solidFill>
                      <a:prstDash val="solid"/>
                    </a:lnT>
                    <a:lnB w="5715">
                      <a:solidFill>
                        <a:srgbClr val="D9D1DB"/>
                      </a:solidFill>
                      <a:prstDash val="solid"/>
                    </a:lnB>
                    <a:solidFill>
                      <a:srgbClr val="660874"/>
                    </a:solidFill>
                  </a:tcPr>
                </a:tc>
                <a:extLst>
                  <a:ext uri="{0D108BD9-81ED-4DB2-BD59-A6C34878D82A}">
                    <a16:rowId xmlns:a16="http://schemas.microsoft.com/office/drawing/2014/main" val="10000"/>
                  </a:ext>
                </a:extLst>
              </a:tr>
              <a:tr h="544830">
                <a:tc>
                  <a:txBody>
                    <a:bodyPr/>
                    <a:lstStyle/>
                    <a:p>
                      <a:r>
                        <a:rPr sz="1575" b="1">
                          <a:solidFill>
                            <a:srgbClr val="222222"/>
                          </a:solidFill>
                          <a:latin typeface="Arial"/>
                          <a:ea typeface="Arial"/>
                          <a:cs typeface="Arial"/>
                        </a:rPr>
                        <a:t>FlyGM</a:t>
                      </a:r>
                    </a:p>
                  </a:txBody>
                  <a:tcPr>
                    <a:lnL w="5715">
                      <a:solidFill>
                        <a:srgbClr val="D9D1DB"/>
                      </a:solidFill>
                      <a:prstDash val="solid"/>
                    </a:lnL>
                    <a:lnR w="5715">
                      <a:solidFill>
                        <a:srgbClr val="D9D1DB"/>
                      </a:solidFill>
                      <a:prstDash val="solid"/>
                    </a:lnR>
                    <a:lnT w="5715" cap="flat" cmpd="sng" algn="ctr">
                      <a:solidFill>
                        <a:srgbClr val="D9D1DB"/>
                      </a:solidFill>
                      <a:prstDash val="solid"/>
                      <a:round/>
                      <a:headEnd type="none" w="med" len="med"/>
                      <a:tailEnd type="none" w="med" len="med"/>
                    </a:lnT>
                    <a:lnB w="5715">
                      <a:solidFill>
                        <a:srgbClr val="D9D1DB"/>
                      </a:solidFill>
                      <a:prstDash val="solid"/>
                    </a:lnB>
                    <a:solidFill>
                      <a:srgbClr val="F3EBF5"/>
                    </a:solidFill>
                  </a:tcPr>
                </a:tc>
                <a:tc>
                  <a:txBody>
                    <a:bodyPr/>
                    <a:lstStyle/>
                    <a:p>
                      <a:r>
                        <a:rPr sz="1575" b="1">
                          <a:solidFill>
                            <a:srgbClr val="222222"/>
                          </a:solidFill>
                          <a:latin typeface="Arial"/>
                          <a:ea typeface="Arial"/>
                          <a:cs typeface="Arial"/>
                        </a:rPr>
                        <a:t>Biological connections</a:t>
                      </a:r>
                    </a:p>
                  </a:txBody>
                  <a:tcPr>
                    <a:lnL w="5715" cap="flat" cmpd="sng" algn="ctr">
                      <a:solidFill>
                        <a:srgbClr val="D9D1DB"/>
                      </a:solidFill>
                      <a:prstDash val="solid"/>
                      <a:round/>
                      <a:headEnd type="none" w="med" len="med"/>
                      <a:tailEnd type="none" w="med" len="med"/>
                    </a:lnL>
                    <a:lnR w="5715">
                      <a:solidFill>
                        <a:srgbClr val="D9D1DB"/>
                      </a:solidFill>
                      <a:prstDash val="solid"/>
                    </a:lnR>
                    <a:lnT w="5715" cap="flat" cmpd="sng" algn="ctr">
                      <a:solidFill>
                        <a:srgbClr val="D9D1DB"/>
                      </a:solidFill>
                      <a:prstDash val="solid"/>
                      <a:round/>
                      <a:headEnd type="none" w="med" len="med"/>
                      <a:tailEnd type="none" w="med" len="med"/>
                    </a:lnT>
                    <a:lnB w="5715">
                      <a:solidFill>
                        <a:srgbClr val="D9D1DB"/>
                      </a:solidFill>
                      <a:prstDash val="solid"/>
                    </a:lnB>
                    <a:solidFill>
                      <a:srgbClr val="F3EBF5"/>
                    </a:solidFill>
                  </a:tcPr>
                </a:tc>
                <a:extLst>
                  <a:ext uri="{0D108BD9-81ED-4DB2-BD59-A6C34878D82A}">
                    <a16:rowId xmlns:a16="http://schemas.microsoft.com/office/drawing/2014/main" val="10001"/>
                  </a:ext>
                </a:extLst>
              </a:tr>
              <a:tr h="544830">
                <a:tc>
                  <a:txBody>
                    <a:bodyPr/>
                    <a:lstStyle/>
                    <a:p>
                      <a:r>
                        <a:rPr sz="1575" b="0">
                          <a:solidFill>
                            <a:srgbClr val="222222"/>
                          </a:solidFill>
                          <a:latin typeface="Arial"/>
                          <a:ea typeface="Arial"/>
                          <a:cs typeface="Arial"/>
                        </a:rPr>
                        <a:t>Degree-preserving rewiring</a:t>
                      </a:r>
                    </a:p>
                  </a:txBody>
                  <a:tcPr>
                    <a:lnL w="5715">
                      <a:solidFill>
                        <a:srgbClr val="D9D1DB"/>
                      </a:solidFill>
                      <a:prstDash val="solid"/>
                    </a:lnL>
                    <a:lnR w="5715">
                      <a:solidFill>
                        <a:srgbClr val="D9D1DB"/>
                      </a:solidFill>
                      <a:prstDash val="solid"/>
                    </a:lnR>
                    <a:lnT w="5715" cap="flat" cmpd="sng" algn="ctr">
                      <a:solidFill>
                        <a:srgbClr val="D9D1DB"/>
                      </a:solidFill>
                      <a:prstDash val="solid"/>
                      <a:round/>
                      <a:headEnd type="none" w="med" len="med"/>
                      <a:tailEnd type="none" w="med" len="med"/>
                    </a:lnT>
                    <a:lnB w="5715">
                      <a:solidFill>
                        <a:srgbClr val="D9D1DB"/>
                      </a:solidFill>
                      <a:prstDash val="solid"/>
                    </a:lnB>
                    <a:solidFill>
                      <a:srgbClr val="FFFFFF"/>
                    </a:solidFill>
                  </a:tcPr>
                </a:tc>
                <a:tc>
                  <a:txBody>
                    <a:bodyPr/>
                    <a:lstStyle/>
                    <a:p>
                      <a:r>
                        <a:rPr sz="1575" b="0">
                          <a:solidFill>
                            <a:srgbClr val="222222"/>
                          </a:solidFill>
                          <a:latin typeface="Arial"/>
                          <a:ea typeface="Arial"/>
                          <a:cs typeface="Arial"/>
                        </a:rPr>
                        <a:t>In-degree and out-degree</a:t>
                      </a:r>
                    </a:p>
                  </a:txBody>
                  <a:tcPr>
                    <a:lnL w="5715" cap="flat" cmpd="sng" algn="ctr">
                      <a:solidFill>
                        <a:srgbClr val="D9D1DB"/>
                      </a:solidFill>
                      <a:prstDash val="solid"/>
                      <a:round/>
                      <a:headEnd type="none" w="med" len="med"/>
                      <a:tailEnd type="none" w="med" len="med"/>
                    </a:lnL>
                    <a:lnR w="5715">
                      <a:solidFill>
                        <a:srgbClr val="D9D1DB"/>
                      </a:solidFill>
                      <a:prstDash val="solid"/>
                    </a:lnR>
                    <a:lnT w="5715" cap="flat" cmpd="sng" algn="ctr">
                      <a:solidFill>
                        <a:srgbClr val="D9D1DB"/>
                      </a:solidFill>
                      <a:prstDash val="solid"/>
                      <a:round/>
                      <a:headEnd type="none" w="med" len="med"/>
                      <a:tailEnd type="none" w="med" len="med"/>
                    </a:lnT>
                    <a:lnB w="5715">
                      <a:solidFill>
                        <a:srgbClr val="D9D1DB"/>
                      </a:solidFill>
                      <a:prstDash val="solid"/>
                    </a:lnB>
                    <a:solidFill>
                      <a:srgbClr val="FFFFFF"/>
                    </a:solidFill>
                  </a:tcPr>
                </a:tc>
                <a:extLst>
                  <a:ext uri="{0D108BD9-81ED-4DB2-BD59-A6C34878D82A}">
                    <a16:rowId xmlns:a16="http://schemas.microsoft.com/office/drawing/2014/main" val="10002"/>
                  </a:ext>
                </a:extLst>
              </a:tr>
              <a:tr h="544830">
                <a:tc>
                  <a:txBody>
                    <a:bodyPr/>
                    <a:lstStyle/>
                    <a:p>
                      <a:r>
                        <a:rPr sz="1575" b="0">
                          <a:solidFill>
                            <a:srgbClr val="222222"/>
                          </a:solidFill>
                          <a:latin typeface="Arial"/>
                          <a:ea typeface="Arial"/>
                          <a:cs typeface="Arial"/>
                        </a:rPr>
                        <a:t>Random graph</a:t>
                      </a:r>
                    </a:p>
                  </a:txBody>
                  <a:tcPr>
                    <a:lnL w="5715">
                      <a:solidFill>
                        <a:srgbClr val="D9D1DB"/>
                      </a:solidFill>
                      <a:prstDash val="solid"/>
                    </a:lnL>
                    <a:lnR w="5715">
                      <a:solidFill>
                        <a:srgbClr val="D9D1DB"/>
                      </a:solidFill>
                      <a:prstDash val="solid"/>
                    </a:lnR>
                    <a:lnT w="5715" cap="flat" cmpd="sng" algn="ctr">
                      <a:solidFill>
                        <a:srgbClr val="D9D1DB"/>
                      </a:solidFill>
                      <a:prstDash val="solid"/>
                      <a:round/>
                      <a:headEnd type="none" w="med" len="med"/>
                      <a:tailEnd type="none" w="med" len="med"/>
                    </a:lnT>
                    <a:lnB w="5715">
                      <a:solidFill>
                        <a:srgbClr val="D9D1DB"/>
                      </a:solidFill>
                      <a:prstDash val="solid"/>
                    </a:lnB>
                    <a:solidFill>
                      <a:srgbClr val="FFFFFF"/>
                    </a:solidFill>
                  </a:tcPr>
                </a:tc>
                <a:tc>
                  <a:txBody>
                    <a:bodyPr/>
                    <a:lstStyle/>
                    <a:p>
                      <a:r>
                        <a:rPr sz="1575" b="0">
                          <a:solidFill>
                            <a:srgbClr val="222222"/>
                          </a:solidFill>
                          <a:latin typeface="Arial"/>
                          <a:ea typeface="Arial"/>
                          <a:cs typeface="Arial"/>
                        </a:rPr>
                        <a:t>Node and edge counts</a:t>
                      </a:r>
                    </a:p>
                  </a:txBody>
                  <a:tcPr>
                    <a:lnL w="5715" cap="flat" cmpd="sng" algn="ctr">
                      <a:solidFill>
                        <a:srgbClr val="D9D1DB"/>
                      </a:solidFill>
                      <a:prstDash val="solid"/>
                      <a:round/>
                      <a:headEnd type="none" w="med" len="med"/>
                      <a:tailEnd type="none" w="med" len="med"/>
                    </a:lnL>
                    <a:lnR w="5715">
                      <a:solidFill>
                        <a:srgbClr val="D9D1DB"/>
                      </a:solidFill>
                      <a:prstDash val="solid"/>
                    </a:lnR>
                    <a:lnT w="5715" cap="flat" cmpd="sng" algn="ctr">
                      <a:solidFill>
                        <a:srgbClr val="D9D1DB"/>
                      </a:solidFill>
                      <a:prstDash val="solid"/>
                      <a:round/>
                      <a:headEnd type="none" w="med" len="med"/>
                      <a:tailEnd type="none" w="med" len="med"/>
                    </a:lnT>
                    <a:lnB w="5715">
                      <a:solidFill>
                        <a:srgbClr val="D9D1DB"/>
                      </a:solidFill>
                      <a:prstDash val="solid"/>
                    </a:lnB>
                    <a:solidFill>
                      <a:srgbClr val="FFFFFF"/>
                    </a:solidFill>
                  </a:tcPr>
                </a:tc>
                <a:extLst>
                  <a:ext uri="{0D108BD9-81ED-4DB2-BD59-A6C34878D82A}">
                    <a16:rowId xmlns:a16="http://schemas.microsoft.com/office/drawing/2014/main" val="10003"/>
                  </a:ext>
                </a:extLst>
              </a:tr>
              <a:tr h="544830">
                <a:tc>
                  <a:txBody>
                    <a:bodyPr/>
                    <a:lstStyle/>
                    <a:p>
                      <a:r>
                        <a:rPr sz="1575" b="0">
                          <a:solidFill>
                            <a:srgbClr val="222222"/>
                          </a:solidFill>
                          <a:latin typeface="Arial"/>
                          <a:ea typeface="Arial"/>
                          <a:cs typeface="Arial"/>
                        </a:rPr>
                        <a:t>MLP</a:t>
                      </a:r>
                    </a:p>
                  </a:txBody>
                  <a:tcPr>
                    <a:lnL w="5715">
                      <a:solidFill>
                        <a:srgbClr val="D9D1DB"/>
                      </a:solidFill>
                      <a:prstDash val="solid"/>
                    </a:lnL>
                    <a:lnR w="5715">
                      <a:solidFill>
                        <a:srgbClr val="D9D1DB"/>
                      </a:solidFill>
                      <a:prstDash val="solid"/>
                    </a:lnR>
                    <a:lnT w="5715" cap="flat" cmpd="sng" algn="ctr">
                      <a:solidFill>
                        <a:srgbClr val="D9D1DB"/>
                      </a:solidFill>
                      <a:prstDash val="solid"/>
                      <a:round/>
                      <a:headEnd type="none" w="med" len="med"/>
                      <a:tailEnd type="none" w="med" len="med"/>
                    </a:lnT>
                    <a:lnB w="5715">
                      <a:solidFill>
                        <a:srgbClr val="D9D1DB"/>
                      </a:solidFill>
                      <a:prstDash val="solid"/>
                    </a:lnB>
                    <a:solidFill>
                      <a:srgbClr val="FFFFFF"/>
                    </a:solidFill>
                  </a:tcPr>
                </a:tc>
                <a:tc>
                  <a:txBody>
                    <a:bodyPr/>
                    <a:lstStyle/>
                    <a:p>
                      <a:r>
                        <a:rPr sz="1575" b="0">
                          <a:solidFill>
                            <a:srgbClr val="222222"/>
                          </a:solidFill>
                          <a:latin typeface="Arial"/>
                          <a:ea typeface="Arial"/>
                          <a:cs typeface="Arial"/>
                        </a:rPr>
                        <a:t>Larger parameter count</a:t>
                      </a:r>
                    </a:p>
                  </a:txBody>
                  <a:tcPr>
                    <a:lnL w="5715" cap="flat" cmpd="sng" algn="ctr">
                      <a:solidFill>
                        <a:srgbClr val="D9D1DB"/>
                      </a:solidFill>
                      <a:prstDash val="solid"/>
                      <a:round/>
                      <a:headEnd type="none" w="med" len="med"/>
                      <a:tailEnd type="none" w="med" len="med"/>
                    </a:lnL>
                    <a:lnR w="5715">
                      <a:solidFill>
                        <a:srgbClr val="D9D1DB"/>
                      </a:solidFill>
                      <a:prstDash val="solid"/>
                    </a:lnR>
                    <a:lnT w="5715" cap="flat" cmpd="sng" algn="ctr">
                      <a:solidFill>
                        <a:srgbClr val="D9D1DB"/>
                      </a:solidFill>
                      <a:prstDash val="solid"/>
                      <a:round/>
                      <a:headEnd type="none" w="med" len="med"/>
                      <a:tailEnd type="none" w="med" len="med"/>
                    </a:lnT>
                    <a:lnB w="5715">
                      <a:solidFill>
                        <a:srgbClr val="D9D1DB"/>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4" name="Shared training pipeline; unweighted FlyGM te">
            <a:extLst>
              <a:ext uri="{FF2B5EF4-FFF2-40B4-BE49-F238E27FC236}">
                <a16:creationId xmlns:a16="http://schemas.microsoft.com/office/drawing/2014/main" id="{F5E73EAE-566E-4789-8F87-45D2FAC24591}"/>
              </a:ext>
            </a:extLst>
          </p:cNvPr>
          <p:cNvSpPr>
            <a:spLocks noGrp="1"/>
          </p:cNvSpPr>
          <p:nvPr/>
        </p:nvSpPr>
        <p:spPr>
          <a:xfrm>
            <a:off x="523875" y="4000500"/>
            <a:ext cx="8096250" cy="495300"/>
          </a:xfrm>
          <a:prstGeom prst="rect">
            <a:avLst/>
          </a:prstGeom>
          <a:noFill/>
          <a:ln w="0">
            <a:noFill/>
          </a:ln>
        </p:spPr>
        <p:txBody>
          <a:bodyPr wrap="square" lIns="0" tIns="0" rIns="0" bIns="0" anchor="ctr"/>
          <a:lstStyle>
            <a:defPPr algn="ctr">
              <a:defRPr sz="1950" b="1">
                <a:solidFill>
                  <a:srgbClr val="660874"/>
                </a:solidFill>
                <a:latin typeface="Arial"/>
                <a:ea typeface="Arial"/>
                <a:cs typeface="Arial"/>
              </a:defRPr>
            </a:defPPr>
            <a:lvl1pPr algn="ctr">
              <a:defRPr sz="1950" b="1">
                <a:solidFill>
                  <a:srgbClr val="660874"/>
                </a:solidFill>
                <a:latin typeface="Arial"/>
                <a:ea typeface="Arial"/>
                <a:cs typeface="Arial"/>
              </a:defRPr>
            </a:lvl1pPr>
            <a:lvl2pPr algn="ctr">
              <a:defRPr sz="1950" b="1">
                <a:solidFill>
                  <a:srgbClr val="660874"/>
                </a:solidFill>
                <a:latin typeface="Arial"/>
                <a:ea typeface="Arial"/>
                <a:cs typeface="Arial"/>
              </a:defRPr>
            </a:lvl2pPr>
            <a:lvl3pPr algn="ctr">
              <a:defRPr sz="1950" b="1">
                <a:solidFill>
                  <a:srgbClr val="660874"/>
                </a:solidFill>
                <a:latin typeface="Arial"/>
                <a:ea typeface="Arial"/>
                <a:cs typeface="Arial"/>
              </a:defRPr>
            </a:lvl3pPr>
            <a:lvl4pPr algn="ctr">
              <a:defRPr sz="1950" b="1">
                <a:solidFill>
                  <a:srgbClr val="660874"/>
                </a:solidFill>
                <a:latin typeface="Arial"/>
                <a:ea typeface="Arial"/>
                <a:cs typeface="Arial"/>
              </a:defRPr>
            </a:lvl4pPr>
            <a:lvl5pPr algn="ctr">
              <a:defRPr sz="1950" b="1">
                <a:solidFill>
                  <a:srgbClr val="660874"/>
                </a:solidFill>
                <a:latin typeface="Arial"/>
                <a:ea typeface="Arial"/>
                <a:cs typeface="Arial"/>
              </a:defRPr>
            </a:lvl5pPr>
            <a:lvl6pPr algn="ctr">
              <a:defRPr sz="1950" b="1">
                <a:solidFill>
                  <a:srgbClr val="660874"/>
                </a:solidFill>
                <a:latin typeface="Arial"/>
                <a:ea typeface="Arial"/>
                <a:cs typeface="Arial"/>
              </a:defRPr>
            </a:lvl6pPr>
            <a:lvl7pPr algn="ctr">
              <a:defRPr sz="1950" b="1">
                <a:solidFill>
                  <a:srgbClr val="660874"/>
                </a:solidFill>
                <a:latin typeface="Arial"/>
                <a:ea typeface="Arial"/>
                <a:cs typeface="Arial"/>
              </a:defRPr>
            </a:lvl7pPr>
            <a:lvl8pPr algn="ctr">
              <a:defRPr sz="1950" b="1">
                <a:solidFill>
                  <a:srgbClr val="660874"/>
                </a:solidFill>
                <a:latin typeface="Arial"/>
                <a:ea typeface="Arial"/>
                <a:cs typeface="Arial"/>
              </a:defRPr>
            </a:lvl8pPr>
            <a:lvl9pPr algn="ctr">
              <a:defRPr sz="1950" b="1">
                <a:solidFill>
                  <a:srgbClr val="660874"/>
                </a:solidFill>
                <a:latin typeface="Arial"/>
                <a:ea typeface="Arial"/>
                <a:cs typeface="Arial"/>
              </a:defRPr>
            </a:lvl9pPr>
          </a:lstStyle>
          <a:p>
            <a:pPr algn="ctr">
              <a:defRPr sz="1950" b="1">
                <a:solidFill>
                  <a:srgbClr val="660874"/>
                </a:solidFill>
                <a:latin typeface="Arial"/>
                <a:ea typeface="Arial"/>
                <a:cs typeface="Arial"/>
              </a:defRPr>
            </a:pPr>
            <a:r>
              <a:rPr sz="1950" b="1">
                <a:solidFill>
                  <a:srgbClr val="660874"/>
                </a:solidFill>
                <a:latin typeface="Arial"/>
                <a:ea typeface="Arial"/>
                <a:cs typeface="Arial"/>
              </a:rPr>
              <a:t>Shared training pipeline; unweighted FlyGM tests topology</a:t>
            </a:r>
          </a:p>
        </p:txBody>
      </p:sp>
      <p:sp>
        <p:nvSpPr>
          <p:cNvPr id="5" name="FlyGM, Section 3.1 and ablation appendix">
            <a:extLst>
              <a:ext uri="{FF2B5EF4-FFF2-40B4-BE49-F238E27FC236}">
                <a16:creationId xmlns:a16="http://schemas.microsoft.com/office/drawing/2014/main" id="{F715F781-32A4-42B9-A951-A63DD330A961}"/>
              </a:ext>
            </a:extLst>
          </p:cNvPr>
          <p:cNvSpPr>
            <a:spLocks noGrp="1"/>
          </p:cNvSpPr>
          <p:nvPr/>
        </p:nvSpPr>
        <p:spPr>
          <a:xfrm>
            <a:off x="457200" y="4629150"/>
            <a:ext cx="8096250" cy="228600"/>
          </a:xfrm>
          <a:prstGeom prst="rect">
            <a:avLst/>
          </a:prstGeom>
          <a:noFill/>
          <a:ln w="0">
            <a:noFill/>
          </a:ln>
        </p:spPr>
        <p:txBody>
          <a:bodyPr wrap="square" lIns="0" tIns="0" rIns="0" bIns="0" anchor="ctr"/>
          <a:lstStyle>
            <a:defPPr algn="l">
              <a:defRPr sz="1050" b="0">
                <a:solidFill>
                  <a:srgbClr val="555555"/>
                </a:solidFill>
                <a:latin typeface="Arial"/>
                <a:ea typeface="Arial"/>
                <a:cs typeface="Arial"/>
              </a:defRPr>
            </a:defPPr>
            <a:lvl1pPr algn="l">
              <a:defRPr sz="1050" b="0">
                <a:solidFill>
                  <a:srgbClr val="555555"/>
                </a:solidFill>
                <a:latin typeface="Arial"/>
                <a:ea typeface="Arial"/>
                <a:cs typeface="Arial"/>
              </a:defRPr>
            </a:lvl1pPr>
            <a:lvl2pPr algn="l">
              <a:defRPr sz="1050" b="0">
                <a:solidFill>
                  <a:srgbClr val="555555"/>
                </a:solidFill>
                <a:latin typeface="Arial"/>
                <a:ea typeface="Arial"/>
                <a:cs typeface="Arial"/>
              </a:defRPr>
            </a:lvl2pPr>
            <a:lvl3pPr algn="l">
              <a:defRPr sz="1050" b="0">
                <a:solidFill>
                  <a:srgbClr val="555555"/>
                </a:solidFill>
                <a:latin typeface="Arial"/>
                <a:ea typeface="Arial"/>
                <a:cs typeface="Arial"/>
              </a:defRPr>
            </a:lvl3pPr>
            <a:lvl4pPr algn="l">
              <a:defRPr sz="1050" b="0">
                <a:solidFill>
                  <a:srgbClr val="555555"/>
                </a:solidFill>
                <a:latin typeface="Arial"/>
                <a:ea typeface="Arial"/>
                <a:cs typeface="Arial"/>
              </a:defRPr>
            </a:lvl4pPr>
            <a:lvl5pPr algn="l">
              <a:defRPr sz="1050" b="0">
                <a:solidFill>
                  <a:srgbClr val="555555"/>
                </a:solidFill>
                <a:latin typeface="Arial"/>
                <a:ea typeface="Arial"/>
                <a:cs typeface="Arial"/>
              </a:defRPr>
            </a:lvl5pPr>
            <a:lvl6pPr algn="l">
              <a:defRPr sz="1050" b="0">
                <a:solidFill>
                  <a:srgbClr val="555555"/>
                </a:solidFill>
                <a:latin typeface="Arial"/>
                <a:ea typeface="Arial"/>
                <a:cs typeface="Arial"/>
              </a:defRPr>
            </a:lvl6pPr>
            <a:lvl7pPr algn="l">
              <a:defRPr sz="1050" b="0">
                <a:solidFill>
                  <a:srgbClr val="555555"/>
                </a:solidFill>
                <a:latin typeface="Arial"/>
                <a:ea typeface="Arial"/>
                <a:cs typeface="Arial"/>
              </a:defRPr>
            </a:lvl7pPr>
            <a:lvl8pPr algn="l">
              <a:defRPr sz="1050" b="0">
                <a:solidFill>
                  <a:srgbClr val="555555"/>
                </a:solidFill>
                <a:latin typeface="Arial"/>
                <a:ea typeface="Arial"/>
                <a:cs typeface="Arial"/>
              </a:defRPr>
            </a:lvl8pPr>
            <a:lvl9pPr algn="l">
              <a:defRPr sz="1050" b="0">
                <a:solidFill>
                  <a:srgbClr val="555555"/>
                </a:solidFill>
                <a:latin typeface="Arial"/>
                <a:ea typeface="Arial"/>
                <a:cs typeface="Arial"/>
              </a:defRPr>
            </a:lvl9pPr>
          </a:lstStyle>
          <a:p>
            <a:pPr algn="l">
              <a:defRPr sz="1050" b="0">
                <a:solidFill>
                  <a:srgbClr val="555555"/>
                </a:solidFill>
                <a:latin typeface="Arial"/>
                <a:ea typeface="Arial"/>
                <a:cs typeface="Arial"/>
              </a:defRPr>
            </a:pPr>
            <a:r>
              <a:rPr sz="1050" b="0">
                <a:solidFill>
                  <a:srgbClr val="555555"/>
                </a:solidFill>
                <a:latin typeface="Arial"/>
                <a:ea typeface="Arial"/>
                <a:cs typeface="Arial"/>
              </a:rPr>
              <a:t>FlyGM, Section 3.1 and ablation appendix</a:t>
            </a:r>
          </a:p>
        </p:txBody>
      </p:sp>
    </p:spTree>
    <p:extLst>
      <p:ext uri="{BB962C8B-B14F-4D97-AF65-F5344CB8AC3E}">
        <p14:creationId xmlns:p14="http://schemas.microsoft.com/office/powerpoint/2010/main" val="1526145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yGM matches the expert in fewer updates">
            <a:extLst>
              <a:ext uri="{FF2B5EF4-FFF2-40B4-BE49-F238E27FC236}">
                <a16:creationId xmlns:a16="http://schemas.microsoft.com/office/drawing/2014/main" id="{B85E4B48-6411-4777-8CB3-5D55BFFD6327}"/>
              </a:ext>
            </a:extLst>
          </p:cNvPr>
          <p:cNvSpPr>
            <a:spLocks noGrp="1"/>
          </p:cNvSpPr>
          <p:nvPr/>
        </p:nvSpPr>
        <p:spPr>
          <a:xfrm>
            <a:off x="381000" y="133350"/>
            <a:ext cx="8382000" cy="552450"/>
          </a:xfrm>
          <a:prstGeom prst="rect">
            <a:avLst/>
          </a:prstGeom>
          <a:noFill/>
          <a:ln w="0">
            <a:noFill/>
          </a:ln>
        </p:spPr>
        <p:txBody>
          <a:bodyPr wrap="square" lIns="0" tIns="0" rIns="0" bIns="0" anchor="ctr"/>
          <a:lstStyle>
            <a:defPPr algn="ctr">
              <a:defRPr sz="2700" b="0">
                <a:solidFill>
                  <a:srgbClr val="660874"/>
                </a:solidFill>
                <a:latin typeface="Arial"/>
                <a:ea typeface="Arial"/>
                <a:cs typeface="Arial"/>
              </a:defRPr>
            </a:defPPr>
            <a:lvl1pPr algn="ctr">
              <a:defRPr sz="2700" b="0">
                <a:solidFill>
                  <a:srgbClr val="660874"/>
                </a:solidFill>
                <a:latin typeface="Arial"/>
                <a:ea typeface="Arial"/>
                <a:cs typeface="Arial"/>
              </a:defRPr>
            </a:lvl1pPr>
            <a:lvl2pPr algn="ctr">
              <a:defRPr sz="2700" b="0">
                <a:solidFill>
                  <a:srgbClr val="660874"/>
                </a:solidFill>
                <a:latin typeface="Arial"/>
                <a:ea typeface="Arial"/>
                <a:cs typeface="Arial"/>
              </a:defRPr>
            </a:lvl2pPr>
            <a:lvl3pPr algn="ctr">
              <a:defRPr sz="2700" b="0">
                <a:solidFill>
                  <a:srgbClr val="660874"/>
                </a:solidFill>
                <a:latin typeface="Arial"/>
                <a:ea typeface="Arial"/>
                <a:cs typeface="Arial"/>
              </a:defRPr>
            </a:lvl3pPr>
            <a:lvl4pPr algn="ctr">
              <a:defRPr sz="2700" b="0">
                <a:solidFill>
                  <a:srgbClr val="660874"/>
                </a:solidFill>
                <a:latin typeface="Arial"/>
                <a:ea typeface="Arial"/>
                <a:cs typeface="Arial"/>
              </a:defRPr>
            </a:lvl4pPr>
            <a:lvl5pPr algn="ctr">
              <a:defRPr sz="2700" b="0">
                <a:solidFill>
                  <a:srgbClr val="660874"/>
                </a:solidFill>
                <a:latin typeface="Arial"/>
                <a:ea typeface="Arial"/>
                <a:cs typeface="Arial"/>
              </a:defRPr>
            </a:lvl5pPr>
            <a:lvl6pPr algn="ctr">
              <a:defRPr sz="2700" b="0">
                <a:solidFill>
                  <a:srgbClr val="660874"/>
                </a:solidFill>
                <a:latin typeface="Arial"/>
                <a:ea typeface="Arial"/>
                <a:cs typeface="Arial"/>
              </a:defRPr>
            </a:lvl6pPr>
            <a:lvl7pPr algn="ctr">
              <a:defRPr sz="2700" b="0">
                <a:solidFill>
                  <a:srgbClr val="660874"/>
                </a:solidFill>
                <a:latin typeface="Arial"/>
                <a:ea typeface="Arial"/>
                <a:cs typeface="Arial"/>
              </a:defRPr>
            </a:lvl7pPr>
            <a:lvl8pPr algn="ctr">
              <a:defRPr sz="2700" b="0">
                <a:solidFill>
                  <a:srgbClr val="660874"/>
                </a:solidFill>
                <a:latin typeface="Arial"/>
                <a:ea typeface="Arial"/>
                <a:cs typeface="Arial"/>
              </a:defRPr>
            </a:lvl8pPr>
            <a:lvl9pPr algn="ctr">
              <a:defRPr sz="2700" b="0">
                <a:solidFill>
                  <a:srgbClr val="660874"/>
                </a:solidFill>
                <a:latin typeface="Arial"/>
                <a:ea typeface="Arial"/>
                <a:cs typeface="Arial"/>
              </a:defRPr>
            </a:lvl9pPr>
          </a:lstStyle>
          <a:p>
            <a:pPr algn="ctr">
              <a:defRPr sz="2700" b="0">
                <a:solidFill>
                  <a:srgbClr val="660874"/>
                </a:solidFill>
                <a:latin typeface="Arial"/>
                <a:ea typeface="Arial"/>
                <a:cs typeface="Arial"/>
              </a:defRPr>
            </a:pPr>
            <a:r>
              <a:rPr sz="2700" b="0">
                <a:solidFill>
                  <a:srgbClr val="660874"/>
                </a:solidFill>
                <a:latin typeface="Arial"/>
                <a:ea typeface="Arial"/>
                <a:cs typeface="Arial"/>
              </a:rPr>
              <a:t>FlyGM matches the expert in fewer updates</a:t>
            </a:r>
          </a:p>
        </p:txBody>
      </p:sp>
      <p:sp>
        <p:nvSpPr>
          <p:cNvPr id="2" name="10">
            <a:extLst>
              <a:ext uri="{FF2B5EF4-FFF2-40B4-BE49-F238E27FC236}">
                <a16:creationId xmlns:a16="http://schemas.microsoft.com/office/drawing/2014/main" id="{6BEE6501-7DDD-47ED-A2D6-34CDFC5021AB}"/>
              </a:ext>
            </a:extLst>
          </p:cNvPr>
          <p:cNvSpPr>
            <a:spLocks noGrp="1"/>
          </p:cNvSpPr>
          <p:nvPr/>
        </p:nvSpPr>
        <p:spPr>
          <a:xfrm>
            <a:off x="8477250" y="4829175"/>
            <a:ext cx="523875" cy="228600"/>
          </a:xfrm>
          <a:prstGeom prst="rect">
            <a:avLst/>
          </a:prstGeom>
          <a:noFill/>
          <a:ln w="0">
            <a:noFill/>
          </a:ln>
        </p:spPr>
        <p:txBody>
          <a:bodyPr wrap="square" lIns="0" tIns="0" rIns="0" bIns="0" anchor="ctr"/>
          <a:lstStyle>
            <a:defPPr algn="l">
              <a:defRPr sz="975" b="0">
                <a:solidFill>
                  <a:srgbClr val="898989"/>
                </a:solidFill>
                <a:latin typeface="Arial"/>
                <a:ea typeface="Arial"/>
                <a:cs typeface="Arial"/>
              </a:defRPr>
            </a:defPPr>
            <a:lvl1pPr algn="l">
              <a:defRPr sz="975" b="0">
                <a:solidFill>
                  <a:srgbClr val="898989"/>
                </a:solidFill>
                <a:latin typeface="Arial"/>
                <a:ea typeface="Arial"/>
                <a:cs typeface="Arial"/>
              </a:defRPr>
            </a:lvl1pPr>
            <a:lvl2pPr algn="l">
              <a:defRPr sz="975" b="0">
                <a:solidFill>
                  <a:srgbClr val="898989"/>
                </a:solidFill>
                <a:latin typeface="Arial"/>
                <a:ea typeface="Arial"/>
                <a:cs typeface="Arial"/>
              </a:defRPr>
            </a:lvl2pPr>
            <a:lvl3pPr algn="l">
              <a:defRPr sz="975" b="0">
                <a:solidFill>
                  <a:srgbClr val="898989"/>
                </a:solidFill>
                <a:latin typeface="Arial"/>
                <a:ea typeface="Arial"/>
                <a:cs typeface="Arial"/>
              </a:defRPr>
            </a:lvl3pPr>
            <a:lvl4pPr algn="l">
              <a:defRPr sz="975" b="0">
                <a:solidFill>
                  <a:srgbClr val="898989"/>
                </a:solidFill>
                <a:latin typeface="Arial"/>
                <a:ea typeface="Arial"/>
                <a:cs typeface="Arial"/>
              </a:defRPr>
            </a:lvl4pPr>
            <a:lvl5pPr algn="l">
              <a:defRPr sz="975" b="0">
                <a:solidFill>
                  <a:srgbClr val="898989"/>
                </a:solidFill>
                <a:latin typeface="Arial"/>
                <a:ea typeface="Arial"/>
                <a:cs typeface="Arial"/>
              </a:defRPr>
            </a:lvl5pPr>
            <a:lvl6pPr algn="l">
              <a:defRPr sz="975" b="0">
                <a:solidFill>
                  <a:srgbClr val="898989"/>
                </a:solidFill>
                <a:latin typeface="Arial"/>
                <a:ea typeface="Arial"/>
                <a:cs typeface="Arial"/>
              </a:defRPr>
            </a:lvl6pPr>
            <a:lvl7pPr algn="l">
              <a:defRPr sz="975" b="0">
                <a:solidFill>
                  <a:srgbClr val="898989"/>
                </a:solidFill>
                <a:latin typeface="Arial"/>
                <a:ea typeface="Arial"/>
                <a:cs typeface="Arial"/>
              </a:defRPr>
            </a:lvl7pPr>
            <a:lvl8pPr algn="l">
              <a:defRPr sz="975" b="0">
                <a:solidFill>
                  <a:srgbClr val="898989"/>
                </a:solidFill>
                <a:latin typeface="Arial"/>
                <a:ea typeface="Arial"/>
                <a:cs typeface="Arial"/>
              </a:defRPr>
            </a:lvl8pPr>
            <a:lvl9pPr algn="l">
              <a:defRPr sz="975" b="0">
                <a:solidFill>
                  <a:srgbClr val="898989"/>
                </a:solidFill>
                <a:latin typeface="Arial"/>
                <a:ea typeface="Arial"/>
                <a:cs typeface="Arial"/>
              </a:defRPr>
            </a:lvl9pPr>
          </a:lstStyle>
          <a:p>
            <a:pPr algn="l">
              <a:defRPr sz="975" b="0">
                <a:solidFill>
                  <a:srgbClr val="898989"/>
                </a:solidFill>
                <a:latin typeface="Arial"/>
                <a:ea typeface="Arial"/>
                <a:cs typeface="Arial"/>
              </a:defRPr>
            </a:pPr>
            <a:r>
              <a:rPr sz="975" b="0">
                <a:solidFill>
                  <a:srgbClr val="898989"/>
                </a:solidFill>
                <a:latin typeface="Arial"/>
                <a:ea typeface="Arial"/>
                <a:cs typeface="Arial"/>
              </a:rPr>
              <a:t>10</a:t>
            </a:r>
          </a:p>
        </p:txBody>
      </p:sp>
      <p:pic>
        <p:nvPicPr>
          <p:cNvPr id="3" name="Picture 2">
            <a:extLst>
              <a:ext uri="{FF2B5EF4-FFF2-40B4-BE49-F238E27FC236}">
                <a16:creationId xmlns:a16="http://schemas.microsoft.com/office/drawing/2014/main" id="{9F5C0B87-F955-4796-990A-EFCEE48AA17E}"/>
              </a:ext>
            </a:extLst>
          </p:cNvPr>
          <p:cNvPicPr>
            <a:picLocks noChangeAspect="1"/>
          </p:cNvPicPr>
          <p:nvPr/>
        </p:nvPicPr>
        <p:blipFill>
          <a:blip r:embed="rId3"/>
          <a:stretch/>
        </p:blipFill>
        <p:spPr>
          <a:xfrm>
            <a:off x="381000" y="956628"/>
            <a:ext cx="8382000" cy="2877820"/>
          </a:xfrm>
          <a:prstGeom prst="rect">
            <a:avLst/>
          </a:prstGeom>
        </p:spPr>
      </p:pic>
      <p:sp>
        <p:nvSpPr>
          <p:cNvPr id="4" name="Fewer gradient updates during imitation learn">
            <a:extLst>
              <a:ext uri="{FF2B5EF4-FFF2-40B4-BE49-F238E27FC236}">
                <a16:creationId xmlns:a16="http://schemas.microsoft.com/office/drawing/2014/main" id="{7475C360-900A-48CF-881F-F3E7DBE75A66}"/>
              </a:ext>
            </a:extLst>
          </p:cNvPr>
          <p:cNvSpPr>
            <a:spLocks noGrp="1"/>
          </p:cNvSpPr>
          <p:nvPr/>
        </p:nvSpPr>
        <p:spPr>
          <a:xfrm>
            <a:off x="619125" y="4029075"/>
            <a:ext cx="7905750" cy="400050"/>
          </a:xfrm>
          <a:prstGeom prst="rect">
            <a:avLst/>
          </a:prstGeom>
          <a:noFill/>
          <a:ln w="0">
            <a:noFill/>
          </a:ln>
        </p:spPr>
        <p:txBody>
          <a:bodyPr wrap="square" lIns="0" tIns="0" rIns="0" bIns="0" anchor="ctr"/>
          <a:lstStyle>
            <a:defPPr algn="ctr">
              <a:defRPr sz="2175" b="1">
                <a:solidFill>
                  <a:srgbClr val="660874"/>
                </a:solidFill>
                <a:latin typeface="Arial"/>
                <a:ea typeface="Arial"/>
                <a:cs typeface="Arial"/>
              </a:defRPr>
            </a:defPPr>
            <a:lvl1pPr algn="ctr">
              <a:defRPr sz="2175" b="1">
                <a:solidFill>
                  <a:srgbClr val="660874"/>
                </a:solidFill>
                <a:latin typeface="Arial"/>
                <a:ea typeface="Arial"/>
                <a:cs typeface="Arial"/>
              </a:defRPr>
            </a:lvl1pPr>
            <a:lvl2pPr algn="ctr">
              <a:defRPr sz="2175" b="1">
                <a:solidFill>
                  <a:srgbClr val="660874"/>
                </a:solidFill>
                <a:latin typeface="Arial"/>
                <a:ea typeface="Arial"/>
                <a:cs typeface="Arial"/>
              </a:defRPr>
            </a:lvl2pPr>
            <a:lvl3pPr algn="ctr">
              <a:defRPr sz="2175" b="1">
                <a:solidFill>
                  <a:srgbClr val="660874"/>
                </a:solidFill>
                <a:latin typeface="Arial"/>
                <a:ea typeface="Arial"/>
                <a:cs typeface="Arial"/>
              </a:defRPr>
            </a:lvl3pPr>
            <a:lvl4pPr algn="ctr">
              <a:defRPr sz="2175" b="1">
                <a:solidFill>
                  <a:srgbClr val="660874"/>
                </a:solidFill>
                <a:latin typeface="Arial"/>
                <a:ea typeface="Arial"/>
                <a:cs typeface="Arial"/>
              </a:defRPr>
            </a:lvl4pPr>
            <a:lvl5pPr algn="ctr">
              <a:defRPr sz="2175" b="1">
                <a:solidFill>
                  <a:srgbClr val="660874"/>
                </a:solidFill>
                <a:latin typeface="Arial"/>
                <a:ea typeface="Arial"/>
                <a:cs typeface="Arial"/>
              </a:defRPr>
            </a:lvl5pPr>
            <a:lvl6pPr algn="ctr">
              <a:defRPr sz="2175" b="1">
                <a:solidFill>
                  <a:srgbClr val="660874"/>
                </a:solidFill>
                <a:latin typeface="Arial"/>
                <a:ea typeface="Arial"/>
                <a:cs typeface="Arial"/>
              </a:defRPr>
            </a:lvl6pPr>
            <a:lvl7pPr algn="ctr">
              <a:defRPr sz="2175" b="1">
                <a:solidFill>
                  <a:srgbClr val="660874"/>
                </a:solidFill>
                <a:latin typeface="Arial"/>
                <a:ea typeface="Arial"/>
                <a:cs typeface="Arial"/>
              </a:defRPr>
            </a:lvl7pPr>
            <a:lvl8pPr algn="ctr">
              <a:defRPr sz="2175" b="1">
                <a:solidFill>
                  <a:srgbClr val="660874"/>
                </a:solidFill>
                <a:latin typeface="Arial"/>
                <a:ea typeface="Arial"/>
                <a:cs typeface="Arial"/>
              </a:defRPr>
            </a:lvl8pPr>
            <a:lvl9pPr algn="ctr">
              <a:defRPr sz="2175" b="1">
                <a:solidFill>
                  <a:srgbClr val="660874"/>
                </a:solidFill>
                <a:latin typeface="Arial"/>
                <a:ea typeface="Arial"/>
                <a:cs typeface="Arial"/>
              </a:defRPr>
            </a:lvl9pPr>
          </a:lstStyle>
          <a:p>
            <a:pPr algn="ctr">
              <a:defRPr sz="2175" b="1">
                <a:solidFill>
                  <a:srgbClr val="660874"/>
                </a:solidFill>
                <a:latin typeface="Arial"/>
                <a:ea typeface="Arial"/>
                <a:cs typeface="Arial"/>
              </a:defRPr>
            </a:pPr>
            <a:r>
              <a:rPr sz="2175" b="1">
                <a:solidFill>
                  <a:srgbClr val="660874"/>
                </a:solidFill>
                <a:latin typeface="Arial"/>
                <a:ea typeface="Arial"/>
                <a:cs typeface="Arial"/>
              </a:rPr>
              <a:t>Fewer gradient updates during imitation learning</a:t>
            </a:r>
          </a:p>
        </p:txBody>
      </p:sp>
      <p:sp>
        <p:nvSpPr>
          <p:cNvPr id="5" name="FlyGM, Fig. 2 • One trace/model; bands show l">
            <a:extLst>
              <a:ext uri="{FF2B5EF4-FFF2-40B4-BE49-F238E27FC236}">
                <a16:creationId xmlns:a16="http://schemas.microsoft.com/office/drawing/2014/main" id="{865EA535-C14E-4AC0-AB12-11366137E39E}"/>
              </a:ext>
            </a:extLst>
          </p:cNvPr>
          <p:cNvSpPr>
            <a:spLocks noGrp="1"/>
          </p:cNvSpPr>
          <p:nvPr/>
        </p:nvSpPr>
        <p:spPr>
          <a:xfrm>
            <a:off x="457200" y="4629150"/>
            <a:ext cx="8096250" cy="228600"/>
          </a:xfrm>
          <a:prstGeom prst="rect">
            <a:avLst/>
          </a:prstGeom>
          <a:noFill/>
          <a:ln w="0">
            <a:noFill/>
          </a:ln>
        </p:spPr>
        <p:txBody>
          <a:bodyPr wrap="square" lIns="0" tIns="0" rIns="0" bIns="0" anchor="ctr"/>
          <a:lstStyle>
            <a:defPPr algn="l">
              <a:defRPr sz="1050" b="0">
                <a:solidFill>
                  <a:srgbClr val="555555"/>
                </a:solidFill>
                <a:latin typeface="Arial"/>
                <a:ea typeface="Arial"/>
                <a:cs typeface="Arial"/>
              </a:defRPr>
            </a:defPPr>
            <a:lvl1pPr algn="l">
              <a:defRPr sz="1050" b="0">
                <a:solidFill>
                  <a:srgbClr val="555555"/>
                </a:solidFill>
                <a:latin typeface="Arial"/>
                <a:ea typeface="Arial"/>
                <a:cs typeface="Arial"/>
              </a:defRPr>
            </a:lvl1pPr>
            <a:lvl2pPr algn="l">
              <a:defRPr sz="1050" b="0">
                <a:solidFill>
                  <a:srgbClr val="555555"/>
                </a:solidFill>
                <a:latin typeface="Arial"/>
                <a:ea typeface="Arial"/>
                <a:cs typeface="Arial"/>
              </a:defRPr>
            </a:lvl2pPr>
            <a:lvl3pPr algn="l">
              <a:defRPr sz="1050" b="0">
                <a:solidFill>
                  <a:srgbClr val="555555"/>
                </a:solidFill>
                <a:latin typeface="Arial"/>
                <a:ea typeface="Arial"/>
                <a:cs typeface="Arial"/>
              </a:defRPr>
            </a:lvl3pPr>
            <a:lvl4pPr algn="l">
              <a:defRPr sz="1050" b="0">
                <a:solidFill>
                  <a:srgbClr val="555555"/>
                </a:solidFill>
                <a:latin typeface="Arial"/>
                <a:ea typeface="Arial"/>
                <a:cs typeface="Arial"/>
              </a:defRPr>
            </a:lvl4pPr>
            <a:lvl5pPr algn="l">
              <a:defRPr sz="1050" b="0">
                <a:solidFill>
                  <a:srgbClr val="555555"/>
                </a:solidFill>
                <a:latin typeface="Arial"/>
                <a:ea typeface="Arial"/>
                <a:cs typeface="Arial"/>
              </a:defRPr>
            </a:lvl5pPr>
            <a:lvl6pPr algn="l">
              <a:defRPr sz="1050" b="0">
                <a:solidFill>
                  <a:srgbClr val="555555"/>
                </a:solidFill>
                <a:latin typeface="Arial"/>
                <a:ea typeface="Arial"/>
                <a:cs typeface="Arial"/>
              </a:defRPr>
            </a:lvl6pPr>
            <a:lvl7pPr algn="l">
              <a:defRPr sz="1050" b="0">
                <a:solidFill>
                  <a:srgbClr val="555555"/>
                </a:solidFill>
                <a:latin typeface="Arial"/>
                <a:ea typeface="Arial"/>
                <a:cs typeface="Arial"/>
              </a:defRPr>
            </a:lvl7pPr>
            <a:lvl8pPr algn="l">
              <a:defRPr sz="1050" b="0">
                <a:solidFill>
                  <a:srgbClr val="555555"/>
                </a:solidFill>
                <a:latin typeface="Arial"/>
                <a:ea typeface="Arial"/>
                <a:cs typeface="Arial"/>
              </a:defRPr>
            </a:lvl8pPr>
            <a:lvl9pPr algn="l">
              <a:defRPr sz="1050" b="0">
                <a:solidFill>
                  <a:srgbClr val="555555"/>
                </a:solidFill>
                <a:latin typeface="Arial"/>
                <a:ea typeface="Arial"/>
                <a:cs typeface="Arial"/>
              </a:defRPr>
            </a:lvl9pPr>
          </a:lstStyle>
          <a:p>
            <a:pPr algn="l">
              <a:defRPr sz="1050" b="0">
                <a:solidFill>
                  <a:srgbClr val="555555"/>
                </a:solidFill>
                <a:latin typeface="Arial"/>
                <a:ea typeface="Arial"/>
                <a:cs typeface="Arial"/>
              </a:defRPr>
            </a:pPr>
            <a:r>
              <a:rPr sz="1050" b="0">
                <a:solidFill>
                  <a:srgbClr val="555555"/>
                </a:solidFill>
                <a:latin typeface="Arial"/>
                <a:ea typeface="Arial"/>
                <a:cs typeface="Arial"/>
              </a:rPr>
              <a:t>FlyGM, Fig. 2 • One trace/model; bands show local fluctuations, not across-seed uncertainty</a:t>
            </a:r>
          </a:p>
        </p:txBody>
      </p:sp>
    </p:spTree>
    <p:extLst>
      <p:ext uri="{BB962C8B-B14F-4D97-AF65-F5344CB8AC3E}">
        <p14:creationId xmlns:p14="http://schemas.microsoft.com/office/powerpoint/2010/main" val="1526145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ne rollout links walking, pausing and turnin">
            <a:extLst>
              <a:ext uri="{FF2B5EF4-FFF2-40B4-BE49-F238E27FC236}">
                <a16:creationId xmlns:a16="http://schemas.microsoft.com/office/drawing/2014/main" id="{E42C00BD-C1DC-451F-AEC1-C277CD9534DF}"/>
              </a:ext>
            </a:extLst>
          </p:cNvPr>
          <p:cNvSpPr>
            <a:spLocks noGrp="1"/>
          </p:cNvSpPr>
          <p:nvPr/>
        </p:nvSpPr>
        <p:spPr>
          <a:xfrm>
            <a:off x="381000" y="133350"/>
            <a:ext cx="8382000" cy="552450"/>
          </a:xfrm>
          <a:prstGeom prst="rect">
            <a:avLst/>
          </a:prstGeom>
          <a:noFill/>
          <a:ln w="0">
            <a:noFill/>
          </a:ln>
        </p:spPr>
        <p:txBody>
          <a:bodyPr wrap="square" lIns="0" tIns="0" rIns="0" bIns="0" anchor="ctr"/>
          <a:lstStyle>
            <a:defPPr algn="ctr">
              <a:defRPr sz="2700" b="0">
                <a:solidFill>
                  <a:srgbClr val="660874"/>
                </a:solidFill>
                <a:latin typeface="Arial"/>
                <a:ea typeface="Arial"/>
                <a:cs typeface="Arial"/>
              </a:defRPr>
            </a:defPPr>
            <a:lvl1pPr algn="ctr">
              <a:defRPr sz="2700" b="0">
                <a:solidFill>
                  <a:srgbClr val="660874"/>
                </a:solidFill>
                <a:latin typeface="Arial"/>
                <a:ea typeface="Arial"/>
                <a:cs typeface="Arial"/>
              </a:defRPr>
            </a:lvl1pPr>
            <a:lvl2pPr algn="ctr">
              <a:defRPr sz="2700" b="0">
                <a:solidFill>
                  <a:srgbClr val="660874"/>
                </a:solidFill>
                <a:latin typeface="Arial"/>
                <a:ea typeface="Arial"/>
                <a:cs typeface="Arial"/>
              </a:defRPr>
            </a:lvl2pPr>
            <a:lvl3pPr algn="ctr">
              <a:defRPr sz="2700" b="0">
                <a:solidFill>
                  <a:srgbClr val="660874"/>
                </a:solidFill>
                <a:latin typeface="Arial"/>
                <a:ea typeface="Arial"/>
                <a:cs typeface="Arial"/>
              </a:defRPr>
            </a:lvl3pPr>
            <a:lvl4pPr algn="ctr">
              <a:defRPr sz="2700" b="0">
                <a:solidFill>
                  <a:srgbClr val="660874"/>
                </a:solidFill>
                <a:latin typeface="Arial"/>
                <a:ea typeface="Arial"/>
                <a:cs typeface="Arial"/>
              </a:defRPr>
            </a:lvl4pPr>
            <a:lvl5pPr algn="ctr">
              <a:defRPr sz="2700" b="0">
                <a:solidFill>
                  <a:srgbClr val="660874"/>
                </a:solidFill>
                <a:latin typeface="Arial"/>
                <a:ea typeface="Arial"/>
                <a:cs typeface="Arial"/>
              </a:defRPr>
            </a:lvl5pPr>
            <a:lvl6pPr algn="ctr">
              <a:defRPr sz="2700" b="0">
                <a:solidFill>
                  <a:srgbClr val="660874"/>
                </a:solidFill>
                <a:latin typeface="Arial"/>
                <a:ea typeface="Arial"/>
                <a:cs typeface="Arial"/>
              </a:defRPr>
            </a:lvl6pPr>
            <a:lvl7pPr algn="ctr">
              <a:defRPr sz="2700" b="0">
                <a:solidFill>
                  <a:srgbClr val="660874"/>
                </a:solidFill>
                <a:latin typeface="Arial"/>
                <a:ea typeface="Arial"/>
                <a:cs typeface="Arial"/>
              </a:defRPr>
            </a:lvl7pPr>
            <a:lvl8pPr algn="ctr">
              <a:defRPr sz="2700" b="0">
                <a:solidFill>
                  <a:srgbClr val="660874"/>
                </a:solidFill>
                <a:latin typeface="Arial"/>
                <a:ea typeface="Arial"/>
                <a:cs typeface="Arial"/>
              </a:defRPr>
            </a:lvl8pPr>
            <a:lvl9pPr algn="ctr">
              <a:defRPr sz="2700" b="0">
                <a:solidFill>
                  <a:srgbClr val="660874"/>
                </a:solidFill>
                <a:latin typeface="Arial"/>
                <a:ea typeface="Arial"/>
                <a:cs typeface="Arial"/>
              </a:defRPr>
            </a:lvl9pPr>
          </a:lstStyle>
          <a:p>
            <a:pPr algn="ctr">
              <a:defRPr sz="2700" b="0">
                <a:solidFill>
                  <a:srgbClr val="660874"/>
                </a:solidFill>
                <a:latin typeface="Arial"/>
                <a:ea typeface="Arial"/>
                <a:cs typeface="Arial"/>
              </a:defRPr>
            </a:pPr>
            <a:r>
              <a:rPr sz="2700" b="0">
                <a:solidFill>
                  <a:srgbClr val="660874"/>
                </a:solidFill>
                <a:latin typeface="Arial"/>
                <a:ea typeface="Arial"/>
                <a:cs typeface="Arial"/>
              </a:rPr>
              <a:t>One rollout links walking, pausing and turning</a:t>
            </a:r>
          </a:p>
        </p:txBody>
      </p:sp>
      <p:sp>
        <p:nvSpPr>
          <p:cNvPr id="2" name="11">
            <a:extLst>
              <a:ext uri="{FF2B5EF4-FFF2-40B4-BE49-F238E27FC236}">
                <a16:creationId xmlns:a16="http://schemas.microsoft.com/office/drawing/2014/main" id="{6E4D7102-B401-46E4-AFE8-985B695F49E0}"/>
              </a:ext>
            </a:extLst>
          </p:cNvPr>
          <p:cNvSpPr>
            <a:spLocks noGrp="1"/>
          </p:cNvSpPr>
          <p:nvPr/>
        </p:nvSpPr>
        <p:spPr>
          <a:xfrm>
            <a:off x="8477250" y="4829175"/>
            <a:ext cx="523875" cy="228600"/>
          </a:xfrm>
          <a:prstGeom prst="rect">
            <a:avLst/>
          </a:prstGeom>
          <a:noFill/>
          <a:ln w="0">
            <a:noFill/>
          </a:ln>
        </p:spPr>
        <p:txBody>
          <a:bodyPr wrap="square" lIns="0" tIns="0" rIns="0" bIns="0" anchor="ctr"/>
          <a:lstStyle>
            <a:defPPr algn="l">
              <a:defRPr sz="975" b="0">
                <a:solidFill>
                  <a:srgbClr val="898989"/>
                </a:solidFill>
                <a:latin typeface="Arial"/>
                <a:ea typeface="Arial"/>
                <a:cs typeface="Arial"/>
              </a:defRPr>
            </a:defPPr>
            <a:lvl1pPr algn="l">
              <a:defRPr sz="975" b="0">
                <a:solidFill>
                  <a:srgbClr val="898989"/>
                </a:solidFill>
                <a:latin typeface="Arial"/>
                <a:ea typeface="Arial"/>
                <a:cs typeface="Arial"/>
              </a:defRPr>
            </a:lvl1pPr>
            <a:lvl2pPr algn="l">
              <a:defRPr sz="975" b="0">
                <a:solidFill>
                  <a:srgbClr val="898989"/>
                </a:solidFill>
                <a:latin typeface="Arial"/>
                <a:ea typeface="Arial"/>
                <a:cs typeface="Arial"/>
              </a:defRPr>
            </a:lvl2pPr>
            <a:lvl3pPr algn="l">
              <a:defRPr sz="975" b="0">
                <a:solidFill>
                  <a:srgbClr val="898989"/>
                </a:solidFill>
                <a:latin typeface="Arial"/>
                <a:ea typeface="Arial"/>
                <a:cs typeface="Arial"/>
              </a:defRPr>
            </a:lvl3pPr>
            <a:lvl4pPr algn="l">
              <a:defRPr sz="975" b="0">
                <a:solidFill>
                  <a:srgbClr val="898989"/>
                </a:solidFill>
                <a:latin typeface="Arial"/>
                <a:ea typeface="Arial"/>
                <a:cs typeface="Arial"/>
              </a:defRPr>
            </a:lvl4pPr>
            <a:lvl5pPr algn="l">
              <a:defRPr sz="975" b="0">
                <a:solidFill>
                  <a:srgbClr val="898989"/>
                </a:solidFill>
                <a:latin typeface="Arial"/>
                <a:ea typeface="Arial"/>
                <a:cs typeface="Arial"/>
              </a:defRPr>
            </a:lvl5pPr>
            <a:lvl6pPr algn="l">
              <a:defRPr sz="975" b="0">
                <a:solidFill>
                  <a:srgbClr val="898989"/>
                </a:solidFill>
                <a:latin typeface="Arial"/>
                <a:ea typeface="Arial"/>
                <a:cs typeface="Arial"/>
              </a:defRPr>
            </a:lvl6pPr>
            <a:lvl7pPr algn="l">
              <a:defRPr sz="975" b="0">
                <a:solidFill>
                  <a:srgbClr val="898989"/>
                </a:solidFill>
                <a:latin typeface="Arial"/>
                <a:ea typeface="Arial"/>
                <a:cs typeface="Arial"/>
              </a:defRPr>
            </a:lvl7pPr>
            <a:lvl8pPr algn="l">
              <a:defRPr sz="975" b="0">
                <a:solidFill>
                  <a:srgbClr val="898989"/>
                </a:solidFill>
                <a:latin typeface="Arial"/>
                <a:ea typeface="Arial"/>
                <a:cs typeface="Arial"/>
              </a:defRPr>
            </a:lvl8pPr>
            <a:lvl9pPr algn="l">
              <a:defRPr sz="975" b="0">
                <a:solidFill>
                  <a:srgbClr val="898989"/>
                </a:solidFill>
                <a:latin typeface="Arial"/>
                <a:ea typeface="Arial"/>
                <a:cs typeface="Arial"/>
              </a:defRPr>
            </a:lvl9pPr>
          </a:lstStyle>
          <a:p>
            <a:pPr algn="l">
              <a:defRPr sz="975" b="0">
                <a:solidFill>
                  <a:srgbClr val="898989"/>
                </a:solidFill>
                <a:latin typeface="Arial"/>
                <a:ea typeface="Arial"/>
                <a:cs typeface="Arial"/>
              </a:defRPr>
            </a:pPr>
            <a:r>
              <a:rPr sz="975" b="0">
                <a:solidFill>
                  <a:srgbClr val="898989"/>
                </a:solidFill>
                <a:latin typeface="Arial"/>
                <a:ea typeface="Arial"/>
                <a:cs typeface="Arial"/>
              </a:rPr>
              <a:t>11</a:t>
            </a:r>
          </a:p>
        </p:txBody>
      </p:sp>
      <p:pic>
        <p:nvPicPr>
          <p:cNvPr id="3" name="Picture 2">
            <a:extLst>
              <a:ext uri="{FF2B5EF4-FFF2-40B4-BE49-F238E27FC236}">
                <a16:creationId xmlns:a16="http://schemas.microsoft.com/office/drawing/2014/main" id="{2480AA9A-E158-495E-B330-BADB84AFD8E7}"/>
              </a:ext>
            </a:extLst>
          </p:cNvPr>
          <p:cNvPicPr>
            <a:picLocks noChangeAspect="1"/>
          </p:cNvPicPr>
          <p:nvPr/>
        </p:nvPicPr>
        <p:blipFill>
          <a:blip r:embed="rId5"/>
          <a:stretch/>
        </p:blipFill>
        <p:spPr>
          <a:xfrm>
            <a:off x="381000" y="859234"/>
            <a:ext cx="8382000" cy="3710781"/>
          </a:xfrm>
          <a:prstGeom prst="rect">
            <a:avLst/>
          </a:prstGeom>
        </p:spPr>
      </p:pic>
      <p:sp>
        <p:nvSpPr>
          <p:cNvPr id="4" name="Original rollout: 0–768 ms • Click to play at">
            <a:extLst>
              <a:ext uri="{FF2B5EF4-FFF2-40B4-BE49-F238E27FC236}">
                <a16:creationId xmlns:a16="http://schemas.microsoft.com/office/drawing/2014/main" id="{7043839C-8FEC-4756-A578-5A79D9D403DF}"/>
              </a:ext>
            </a:extLst>
          </p:cNvPr>
          <p:cNvSpPr>
            <a:spLocks noGrp="1"/>
          </p:cNvSpPr>
          <p:nvPr/>
        </p:nvSpPr>
        <p:spPr>
          <a:xfrm>
            <a:off x="457200" y="4629150"/>
            <a:ext cx="8096250" cy="228600"/>
          </a:xfrm>
          <a:prstGeom prst="rect">
            <a:avLst/>
          </a:prstGeom>
          <a:noFill/>
          <a:ln w="0">
            <a:noFill/>
          </a:ln>
        </p:spPr>
        <p:txBody>
          <a:bodyPr wrap="square" lIns="0" tIns="0" rIns="0" bIns="0" anchor="ctr"/>
          <a:lstStyle>
            <a:defPPr algn="l">
              <a:defRPr sz="1050" b="0">
                <a:solidFill>
                  <a:srgbClr val="555555"/>
                </a:solidFill>
                <a:latin typeface="Arial"/>
                <a:ea typeface="Arial"/>
                <a:cs typeface="Arial"/>
              </a:defRPr>
            </a:defPPr>
            <a:lvl1pPr algn="l">
              <a:defRPr sz="1050" b="0">
                <a:solidFill>
                  <a:srgbClr val="555555"/>
                </a:solidFill>
                <a:latin typeface="Arial"/>
                <a:ea typeface="Arial"/>
                <a:cs typeface="Arial"/>
              </a:defRPr>
            </a:lvl1pPr>
            <a:lvl2pPr algn="l">
              <a:defRPr sz="1050" b="0">
                <a:solidFill>
                  <a:srgbClr val="555555"/>
                </a:solidFill>
                <a:latin typeface="Arial"/>
                <a:ea typeface="Arial"/>
                <a:cs typeface="Arial"/>
              </a:defRPr>
            </a:lvl2pPr>
            <a:lvl3pPr algn="l">
              <a:defRPr sz="1050" b="0">
                <a:solidFill>
                  <a:srgbClr val="555555"/>
                </a:solidFill>
                <a:latin typeface="Arial"/>
                <a:ea typeface="Arial"/>
                <a:cs typeface="Arial"/>
              </a:defRPr>
            </a:lvl3pPr>
            <a:lvl4pPr algn="l">
              <a:defRPr sz="1050" b="0">
                <a:solidFill>
                  <a:srgbClr val="555555"/>
                </a:solidFill>
                <a:latin typeface="Arial"/>
                <a:ea typeface="Arial"/>
                <a:cs typeface="Arial"/>
              </a:defRPr>
            </a:lvl4pPr>
            <a:lvl5pPr algn="l">
              <a:defRPr sz="1050" b="0">
                <a:solidFill>
                  <a:srgbClr val="555555"/>
                </a:solidFill>
                <a:latin typeface="Arial"/>
                <a:ea typeface="Arial"/>
                <a:cs typeface="Arial"/>
              </a:defRPr>
            </a:lvl5pPr>
            <a:lvl6pPr algn="l">
              <a:defRPr sz="1050" b="0">
                <a:solidFill>
                  <a:srgbClr val="555555"/>
                </a:solidFill>
                <a:latin typeface="Arial"/>
                <a:ea typeface="Arial"/>
                <a:cs typeface="Arial"/>
              </a:defRPr>
            </a:lvl6pPr>
            <a:lvl7pPr algn="l">
              <a:defRPr sz="1050" b="0">
                <a:solidFill>
                  <a:srgbClr val="555555"/>
                </a:solidFill>
                <a:latin typeface="Arial"/>
                <a:ea typeface="Arial"/>
                <a:cs typeface="Arial"/>
              </a:defRPr>
            </a:lvl7pPr>
            <a:lvl8pPr algn="l">
              <a:defRPr sz="1050" b="0">
                <a:solidFill>
                  <a:srgbClr val="555555"/>
                </a:solidFill>
                <a:latin typeface="Arial"/>
                <a:ea typeface="Arial"/>
                <a:cs typeface="Arial"/>
              </a:defRPr>
            </a:lvl8pPr>
            <a:lvl9pPr algn="l">
              <a:defRPr sz="1050" b="0">
                <a:solidFill>
                  <a:srgbClr val="555555"/>
                </a:solidFill>
                <a:latin typeface="Arial"/>
                <a:ea typeface="Arial"/>
                <a:cs typeface="Arial"/>
              </a:defRPr>
            </a:lvl9pPr>
          </a:lstStyle>
          <a:p>
            <a:pPr algn="l">
              <a:defRPr sz="1050" b="0">
                <a:solidFill>
                  <a:srgbClr val="555555"/>
                </a:solidFill>
                <a:latin typeface="Arial"/>
                <a:ea typeface="Arial"/>
                <a:cs typeface="Arial"/>
              </a:defRPr>
            </a:pPr>
            <a:r>
              <a:rPr sz="1050" b="0">
                <a:solidFill>
                  <a:srgbClr val="555555"/>
                </a:solidFill>
                <a:latin typeface="Arial"/>
                <a:ea typeface="Arial"/>
                <a:cs typeface="Arial"/>
              </a:rPr>
              <a:t>Original rollout: 0–768 ms • Click to play at 10× slow motion • Illustrative archived recording</a:t>
            </a:r>
          </a:p>
        </p:txBody>
      </p:sp>
      <p:pic>
        <p:nvPicPr>
          <p:cNvPr id="900" name="Silent sequence_sync.mp4">
            <a:hlinkClick r:id="" action="ppaction://media"/>
            <a:extLst>
              <a:ext uri="{FF2B5EF4-FFF2-40B4-BE49-F238E27FC236}">
                <a16:creationId xmlns:a16="http://schemas.microsoft.com/office/drawing/2014/main" id="{B6823228-6330-7722-C41C-84D2A0600ED1}"/>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81000" y="857250"/>
            <a:ext cx="8382000" cy="3710781"/>
          </a:xfrm>
          <a:prstGeom prst="rect">
            <a:avLst/>
          </a:prstGeom>
        </p:spPr>
      </p:pic>
    </p:spTree>
    <p:extLst>
      <p:ext uri="{BB962C8B-B14F-4D97-AF65-F5344CB8AC3E}">
        <p14:creationId xmlns:p14="http://schemas.microsoft.com/office/powerpoint/2010/main" val="1526145807"/>
      </p:ext>
    </p:extLst>
  </p:cSld>
  <p:clrMapOvr>
    <a:masterClrMapping/>
  </p:clrMapOvr>
  <p:timing>
    <p:tnLst>
      <p:par>
        <p:cTn id="1" dur="indefinite" restart="never" nodeType="tmRoot">
          <p:childTnLst>
            <p:video>
              <p:cMediaNode vol="0">
                <p:cTn id="2" fill="hold" display="0">
                  <p:stCondLst>
                    <p:cond delay="indefinite"/>
                  </p:stCondLst>
                </p:cTn>
                <p:tgtEl>
                  <p:spTgt spid="900"/>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Latent responses differ across neuron classes">
            <a:extLst>
              <a:ext uri="{FF2B5EF4-FFF2-40B4-BE49-F238E27FC236}">
                <a16:creationId xmlns:a16="http://schemas.microsoft.com/office/drawing/2014/main" id="{3DC82678-8F24-4067-B26F-FDDA4BBA5E06}"/>
              </a:ext>
            </a:extLst>
          </p:cNvPr>
          <p:cNvSpPr>
            <a:spLocks noGrp="1"/>
          </p:cNvSpPr>
          <p:nvPr/>
        </p:nvSpPr>
        <p:spPr>
          <a:xfrm>
            <a:off x="381000" y="133350"/>
            <a:ext cx="8382000" cy="552450"/>
          </a:xfrm>
          <a:prstGeom prst="rect">
            <a:avLst/>
          </a:prstGeom>
          <a:noFill/>
          <a:ln w="0">
            <a:noFill/>
          </a:ln>
        </p:spPr>
        <p:txBody>
          <a:bodyPr wrap="square" lIns="0" tIns="0" rIns="0" bIns="0" anchor="ctr"/>
          <a:lstStyle>
            <a:defPPr algn="ctr">
              <a:defRPr sz="2700" b="0">
                <a:solidFill>
                  <a:srgbClr val="660874"/>
                </a:solidFill>
                <a:latin typeface="Arial"/>
                <a:ea typeface="Arial"/>
                <a:cs typeface="Arial"/>
              </a:defRPr>
            </a:defPPr>
            <a:lvl1pPr algn="ctr">
              <a:defRPr sz="2700" b="0">
                <a:solidFill>
                  <a:srgbClr val="660874"/>
                </a:solidFill>
                <a:latin typeface="Arial"/>
                <a:ea typeface="Arial"/>
                <a:cs typeface="Arial"/>
              </a:defRPr>
            </a:lvl1pPr>
            <a:lvl2pPr algn="ctr">
              <a:defRPr sz="2700" b="0">
                <a:solidFill>
                  <a:srgbClr val="660874"/>
                </a:solidFill>
                <a:latin typeface="Arial"/>
                <a:ea typeface="Arial"/>
                <a:cs typeface="Arial"/>
              </a:defRPr>
            </a:lvl2pPr>
            <a:lvl3pPr algn="ctr">
              <a:defRPr sz="2700" b="0">
                <a:solidFill>
                  <a:srgbClr val="660874"/>
                </a:solidFill>
                <a:latin typeface="Arial"/>
                <a:ea typeface="Arial"/>
                <a:cs typeface="Arial"/>
              </a:defRPr>
            </a:lvl3pPr>
            <a:lvl4pPr algn="ctr">
              <a:defRPr sz="2700" b="0">
                <a:solidFill>
                  <a:srgbClr val="660874"/>
                </a:solidFill>
                <a:latin typeface="Arial"/>
                <a:ea typeface="Arial"/>
                <a:cs typeface="Arial"/>
              </a:defRPr>
            </a:lvl4pPr>
            <a:lvl5pPr algn="ctr">
              <a:defRPr sz="2700" b="0">
                <a:solidFill>
                  <a:srgbClr val="660874"/>
                </a:solidFill>
                <a:latin typeface="Arial"/>
                <a:ea typeface="Arial"/>
                <a:cs typeface="Arial"/>
              </a:defRPr>
            </a:lvl5pPr>
            <a:lvl6pPr algn="ctr">
              <a:defRPr sz="2700" b="0">
                <a:solidFill>
                  <a:srgbClr val="660874"/>
                </a:solidFill>
                <a:latin typeface="Arial"/>
                <a:ea typeface="Arial"/>
                <a:cs typeface="Arial"/>
              </a:defRPr>
            </a:lvl6pPr>
            <a:lvl7pPr algn="ctr">
              <a:defRPr sz="2700" b="0">
                <a:solidFill>
                  <a:srgbClr val="660874"/>
                </a:solidFill>
                <a:latin typeface="Arial"/>
                <a:ea typeface="Arial"/>
                <a:cs typeface="Arial"/>
              </a:defRPr>
            </a:lvl7pPr>
            <a:lvl8pPr algn="ctr">
              <a:defRPr sz="2700" b="0">
                <a:solidFill>
                  <a:srgbClr val="660874"/>
                </a:solidFill>
                <a:latin typeface="Arial"/>
                <a:ea typeface="Arial"/>
                <a:cs typeface="Arial"/>
              </a:defRPr>
            </a:lvl8pPr>
            <a:lvl9pPr algn="ctr">
              <a:defRPr sz="2700" b="0">
                <a:solidFill>
                  <a:srgbClr val="660874"/>
                </a:solidFill>
                <a:latin typeface="Arial"/>
                <a:ea typeface="Arial"/>
                <a:cs typeface="Arial"/>
              </a:defRPr>
            </a:lvl9pPr>
          </a:lstStyle>
          <a:p>
            <a:pPr algn="ctr">
              <a:defRPr sz="2700" b="0">
                <a:solidFill>
                  <a:srgbClr val="660874"/>
                </a:solidFill>
                <a:latin typeface="Arial"/>
                <a:ea typeface="Arial"/>
                <a:cs typeface="Arial"/>
              </a:defRPr>
            </a:pPr>
            <a:r>
              <a:rPr sz="2700" b="0">
                <a:solidFill>
                  <a:srgbClr val="660874"/>
                </a:solidFill>
                <a:latin typeface="Arial"/>
                <a:ea typeface="Arial"/>
                <a:cs typeface="Arial"/>
              </a:rPr>
              <a:t>Latent responses differ across neuron classes</a:t>
            </a:r>
          </a:p>
        </p:txBody>
      </p:sp>
      <p:sp>
        <p:nvSpPr>
          <p:cNvPr id="2" name="12">
            <a:extLst>
              <a:ext uri="{FF2B5EF4-FFF2-40B4-BE49-F238E27FC236}">
                <a16:creationId xmlns:a16="http://schemas.microsoft.com/office/drawing/2014/main" id="{E281209D-5EE1-4A49-B8E8-5E277EE91963}"/>
              </a:ext>
            </a:extLst>
          </p:cNvPr>
          <p:cNvSpPr>
            <a:spLocks noGrp="1"/>
          </p:cNvSpPr>
          <p:nvPr/>
        </p:nvSpPr>
        <p:spPr>
          <a:xfrm>
            <a:off x="8477250" y="4829175"/>
            <a:ext cx="523875" cy="228600"/>
          </a:xfrm>
          <a:prstGeom prst="rect">
            <a:avLst/>
          </a:prstGeom>
          <a:noFill/>
          <a:ln w="0">
            <a:noFill/>
          </a:ln>
        </p:spPr>
        <p:txBody>
          <a:bodyPr wrap="square" lIns="0" tIns="0" rIns="0" bIns="0" anchor="ctr"/>
          <a:lstStyle>
            <a:defPPr algn="l">
              <a:defRPr sz="975" b="0">
                <a:solidFill>
                  <a:srgbClr val="898989"/>
                </a:solidFill>
                <a:latin typeface="Arial"/>
                <a:ea typeface="Arial"/>
                <a:cs typeface="Arial"/>
              </a:defRPr>
            </a:defPPr>
            <a:lvl1pPr algn="l">
              <a:defRPr sz="975" b="0">
                <a:solidFill>
                  <a:srgbClr val="898989"/>
                </a:solidFill>
                <a:latin typeface="Arial"/>
                <a:ea typeface="Arial"/>
                <a:cs typeface="Arial"/>
              </a:defRPr>
            </a:lvl1pPr>
            <a:lvl2pPr algn="l">
              <a:defRPr sz="975" b="0">
                <a:solidFill>
                  <a:srgbClr val="898989"/>
                </a:solidFill>
                <a:latin typeface="Arial"/>
                <a:ea typeface="Arial"/>
                <a:cs typeface="Arial"/>
              </a:defRPr>
            </a:lvl2pPr>
            <a:lvl3pPr algn="l">
              <a:defRPr sz="975" b="0">
                <a:solidFill>
                  <a:srgbClr val="898989"/>
                </a:solidFill>
                <a:latin typeface="Arial"/>
                <a:ea typeface="Arial"/>
                <a:cs typeface="Arial"/>
              </a:defRPr>
            </a:lvl3pPr>
            <a:lvl4pPr algn="l">
              <a:defRPr sz="975" b="0">
                <a:solidFill>
                  <a:srgbClr val="898989"/>
                </a:solidFill>
                <a:latin typeface="Arial"/>
                <a:ea typeface="Arial"/>
                <a:cs typeface="Arial"/>
              </a:defRPr>
            </a:lvl4pPr>
            <a:lvl5pPr algn="l">
              <a:defRPr sz="975" b="0">
                <a:solidFill>
                  <a:srgbClr val="898989"/>
                </a:solidFill>
                <a:latin typeface="Arial"/>
                <a:ea typeface="Arial"/>
                <a:cs typeface="Arial"/>
              </a:defRPr>
            </a:lvl5pPr>
            <a:lvl6pPr algn="l">
              <a:defRPr sz="975" b="0">
                <a:solidFill>
                  <a:srgbClr val="898989"/>
                </a:solidFill>
                <a:latin typeface="Arial"/>
                <a:ea typeface="Arial"/>
                <a:cs typeface="Arial"/>
              </a:defRPr>
            </a:lvl6pPr>
            <a:lvl7pPr algn="l">
              <a:defRPr sz="975" b="0">
                <a:solidFill>
                  <a:srgbClr val="898989"/>
                </a:solidFill>
                <a:latin typeface="Arial"/>
                <a:ea typeface="Arial"/>
                <a:cs typeface="Arial"/>
              </a:defRPr>
            </a:lvl7pPr>
            <a:lvl8pPr algn="l">
              <a:defRPr sz="975" b="0">
                <a:solidFill>
                  <a:srgbClr val="898989"/>
                </a:solidFill>
                <a:latin typeface="Arial"/>
                <a:ea typeface="Arial"/>
                <a:cs typeface="Arial"/>
              </a:defRPr>
            </a:lvl8pPr>
            <a:lvl9pPr algn="l">
              <a:defRPr sz="975" b="0">
                <a:solidFill>
                  <a:srgbClr val="898989"/>
                </a:solidFill>
                <a:latin typeface="Arial"/>
                <a:ea typeface="Arial"/>
                <a:cs typeface="Arial"/>
              </a:defRPr>
            </a:lvl9pPr>
          </a:lstStyle>
          <a:p>
            <a:pPr algn="l">
              <a:defRPr sz="975" b="0">
                <a:solidFill>
                  <a:srgbClr val="898989"/>
                </a:solidFill>
                <a:latin typeface="Arial"/>
                <a:ea typeface="Arial"/>
                <a:cs typeface="Arial"/>
              </a:defRPr>
            </a:pPr>
            <a:r>
              <a:rPr sz="975" b="0">
                <a:solidFill>
                  <a:srgbClr val="898989"/>
                </a:solidFill>
                <a:latin typeface="Arial"/>
                <a:ea typeface="Arial"/>
                <a:cs typeface="Arial"/>
              </a:rPr>
              <a:t>12</a:t>
            </a:r>
          </a:p>
        </p:txBody>
      </p:sp>
      <p:pic>
        <p:nvPicPr>
          <p:cNvPr id="3" name="Picture 2">
            <a:extLst>
              <a:ext uri="{FF2B5EF4-FFF2-40B4-BE49-F238E27FC236}">
                <a16:creationId xmlns:a16="http://schemas.microsoft.com/office/drawing/2014/main" id="{0CB504B2-FA60-43A7-91FF-68CD0D8CA4F5}"/>
              </a:ext>
            </a:extLst>
          </p:cNvPr>
          <p:cNvPicPr>
            <a:picLocks noChangeAspect="1"/>
          </p:cNvPicPr>
          <p:nvPr/>
        </p:nvPicPr>
        <p:blipFill>
          <a:blip r:embed="rId3"/>
          <a:stretch/>
        </p:blipFill>
        <p:spPr>
          <a:xfrm>
            <a:off x="1724025" y="1133475"/>
            <a:ext cx="6191250" cy="2809875"/>
          </a:xfrm>
          <a:prstGeom prst="rect">
            <a:avLst/>
          </a:prstGeom>
        </p:spPr>
      </p:pic>
      <p:sp>
        <p:nvSpPr>
          <p:cNvPr id="4" name="Ascending">
            <a:extLst>
              <a:ext uri="{FF2B5EF4-FFF2-40B4-BE49-F238E27FC236}">
                <a16:creationId xmlns:a16="http://schemas.microsoft.com/office/drawing/2014/main" id="{39937105-EFC6-49EB-A424-68793215ED0E}"/>
              </a:ext>
            </a:extLst>
          </p:cNvPr>
          <p:cNvSpPr>
            <a:spLocks noGrp="1"/>
          </p:cNvSpPr>
          <p:nvPr/>
        </p:nvSpPr>
        <p:spPr>
          <a:xfrm>
            <a:off x="381000" y="1314450"/>
            <a:ext cx="1285875" cy="238125"/>
          </a:xfrm>
          <a:prstGeom prst="rect">
            <a:avLst/>
          </a:prstGeom>
          <a:noFill/>
          <a:ln w="0">
            <a:noFill/>
          </a:ln>
        </p:spPr>
        <p:txBody>
          <a:bodyPr wrap="square" lIns="0" tIns="0" rIns="0" bIns="0" anchor="ctr"/>
          <a:lstStyle>
            <a:defPPr algn="r">
              <a:defRPr sz="1275" b="0">
                <a:solidFill>
                  <a:srgbClr val="555555"/>
                </a:solidFill>
                <a:latin typeface="Arial"/>
                <a:ea typeface="Arial"/>
                <a:cs typeface="Arial"/>
              </a:defRPr>
            </a:defPPr>
            <a:lvl1pPr algn="r">
              <a:defRPr sz="1275" b="0">
                <a:solidFill>
                  <a:srgbClr val="555555"/>
                </a:solidFill>
                <a:latin typeface="Arial"/>
                <a:ea typeface="Arial"/>
                <a:cs typeface="Arial"/>
              </a:defRPr>
            </a:lvl1pPr>
            <a:lvl2pPr algn="r">
              <a:defRPr sz="1275" b="0">
                <a:solidFill>
                  <a:srgbClr val="555555"/>
                </a:solidFill>
                <a:latin typeface="Arial"/>
                <a:ea typeface="Arial"/>
                <a:cs typeface="Arial"/>
              </a:defRPr>
            </a:lvl2pPr>
            <a:lvl3pPr algn="r">
              <a:defRPr sz="1275" b="0">
                <a:solidFill>
                  <a:srgbClr val="555555"/>
                </a:solidFill>
                <a:latin typeface="Arial"/>
                <a:ea typeface="Arial"/>
                <a:cs typeface="Arial"/>
              </a:defRPr>
            </a:lvl3pPr>
            <a:lvl4pPr algn="r">
              <a:defRPr sz="1275" b="0">
                <a:solidFill>
                  <a:srgbClr val="555555"/>
                </a:solidFill>
                <a:latin typeface="Arial"/>
                <a:ea typeface="Arial"/>
                <a:cs typeface="Arial"/>
              </a:defRPr>
            </a:lvl4pPr>
            <a:lvl5pPr algn="r">
              <a:defRPr sz="1275" b="0">
                <a:solidFill>
                  <a:srgbClr val="555555"/>
                </a:solidFill>
                <a:latin typeface="Arial"/>
                <a:ea typeface="Arial"/>
                <a:cs typeface="Arial"/>
              </a:defRPr>
            </a:lvl5pPr>
            <a:lvl6pPr algn="r">
              <a:defRPr sz="1275" b="0">
                <a:solidFill>
                  <a:srgbClr val="555555"/>
                </a:solidFill>
                <a:latin typeface="Arial"/>
                <a:ea typeface="Arial"/>
                <a:cs typeface="Arial"/>
              </a:defRPr>
            </a:lvl6pPr>
            <a:lvl7pPr algn="r">
              <a:defRPr sz="1275" b="0">
                <a:solidFill>
                  <a:srgbClr val="555555"/>
                </a:solidFill>
                <a:latin typeface="Arial"/>
                <a:ea typeface="Arial"/>
                <a:cs typeface="Arial"/>
              </a:defRPr>
            </a:lvl7pPr>
            <a:lvl8pPr algn="r">
              <a:defRPr sz="1275" b="0">
                <a:solidFill>
                  <a:srgbClr val="555555"/>
                </a:solidFill>
                <a:latin typeface="Arial"/>
                <a:ea typeface="Arial"/>
                <a:cs typeface="Arial"/>
              </a:defRPr>
            </a:lvl8pPr>
            <a:lvl9pPr algn="r">
              <a:defRPr sz="1275" b="0">
                <a:solidFill>
                  <a:srgbClr val="555555"/>
                </a:solidFill>
                <a:latin typeface="Arial"/>
                <a:ea typeface="Arial"/>
                <a:cs typeface="Arial"/>
              </a:defRPr>
            </a:lvl9pPr>
          </a:lstStyle>
          <a:p>
            <a:pPr algn="r">
              <a:defRPr sz="1275" b="0">
                <a:solidFill>
                  <a:srgbClr val="555555"/>
                </a:solidFill>
                <a:latin typeface="Arial"/>
                <a:ea typeface="Arial"/>
                <a:cs typeface="Arial"/>
              </a:defRPr>
            </a:pPr>
            <a:r>
              <a:rPr sz="1275" b="0">
                <a:solidFill>
                  <a:srgbClr val="555555"/>
                </a:solidFill>
                <a:latin typeface="Arial"/>
                <a:ea typeface="Arial"/>
                <a:cs typeface="Arial"/>
              </a:rPr>
              <a:t>Ascending</a:t>
            </a:r>
          </a:p>
        </p:txBody>
      </p:sp>
      <p:sp>
        <p:nvSpPr>
          <p:cNvPr id="5" name="Sensory">
            <a:extLst>
              <a:ext uri="{FF2B5EF4-FFF2-40B4-BE49-F238E27FC236}">
                <a16:creationId xmlns:a16="http://schemas.microsoft.com/office/drawing/2014/main" id="{3B6D53DF-DC21-4927-8FF5-E5B306BE3668}"/>
              </a:ext>
            </a:extLst>
          </p:cNvPr>
          <p:cNvSpPr>
            <a:spLocks noGrp="1"/>
          </p:cNvSpPr>
          <p:nvPr/>
        </p:nvSpPr>
        <p:spPr>
          <a:xfrm>
            <a:off x="381000" y="1609725"/>
            <a:ext cx="1285875" cy="238125"/>
          </a:xfrm>
          <a:prstGeom prst="rect">
            <a:avLst/>
          </a:prstGeom>
          <a:noFill/>
          <a:ln w="0">
            <a:noFill/>
          </a:ln>
        </p:spPr>
        <p:txBody>
          <a:bodyPr wrap="square" lIns="0" tIns="0" rIns="0" bIns="0" anchor="ctr"/>
          <a:lstStyle>
            <a:defPPr algn="r">
              <a:defRPr sz="1275" b="0">
                <a:solidFill>
                  <a:srgbClr val="555555"/>
                </a:solidFill>
                <a:latin typeface="Arial"/>
                <a:ea typeface="Arial"/>
                <a:cs typeface="Arial"/>
              </a:defRPr>
            </a:defPPr>
            <a:lvl1pPr algn="r">
              <a:defRPr sz="1275" b="0">
                <a:solidFill>
                  <a:srgbClr val="555555"/>
                </a:solidFill>
                <a:latin typeface="Arial"/>
                <a:ea typeface="Arial"/>
                <a:cs typeface="Arial"/>
              </a:defRPr>
            </a:lvl1pPr>
            <a:lvl2pPr algn="r">
              <a:defRPr sz="1275" b="0">
                <a:solidFill>
                  <a:srgbClr val="555555"/>
                </a:solidFill>
                <a:latin typeface="Arial"/>
                <a:ea typeface="Arial"/>
                <a:cs typeface="Arial"/>
              </a:defRPr>
            </a:lvl2pPr>
            <a:lvl3pPr algn="r">
              <a:defRPr sz="1275" b="0">
                <a:solidFill>
                  <a:srgbClr val="555555"/>
                </a:solidFill>
                <a:latin typeface="Arial"/>
                <a:ea typeface="Arial"/>
                <a:cs typeface="Arial"/>
              </a:defRPr>
            </a:lvl3pPr>
            <a:lvl4pPr algn="r">
              <a:defRPr sz="1275" b="0">
                <a:solidFill>
                  <a:srgbClr val="555555"/>
                </a:solidFill>
                <a:latin typeface="Arial"/>
                <a:ea typeface="Arial"/>
                <a:cs typeface="Arial"/>
              </a:defRPr>
            </a:lvl4pPr>
            <a:lvl5pPr algn="r">
              <a:defRPr sz="1275" b="0">
                <a:solidFill>
                  <a:srgbClr val="555555"/>
                </a:solidFill>
                <a:latin typeface="Arial"/>
                <a:ea typeface="Arial"/>
                <a:cs typeface="Arial"/>
              </a:defRPr>
            </a:lvl5pPr>
            <a:lvl6pPr algn="r">
              <a:defRPr sz="1275" b="0">
                <a:solidFill>
                  <a:srgbClr val="555555"/>
                </a:solidFill>
                <a:latin typeface="Arial"/>
                <a:ea typeface="Arial"/>
                <a:cs typeface="Arial"/>
              </a:defRPr>
            </a:lvl6pPr>
            <a:lvl7pPr algn="r">
              <a:defRPr sz="1275" b="0">
                <a:solidFill>
                  <a:srgbClr val="555555"/>
                </a:solidFill>
                <a:latin typeface="Arial"/>
                <a:ea typeface="Arial"/>
                <a:cs typeface="Arial"/>
              </a:defRPr>
            </a:lvl7pPr>
            <a:lvl8pPr algn="r">
              <a:defRPr sz="1275" b="0">
                <a:solidFill>
                  <a:srgbClr val="555555"/>
                </a:solidFill>
                <a:latin typeface="Arial"/>
                <a:ea typeface="Arial"/>
                <a:cs typeface="Arial"/>
              </a:defRPr>
            </a:lvl8pPr>
            <a:lvl9pPr algn="r">
              <a:defRPr sz="1275" b="0">
                <a:solidFill>
                  <a:srgbClr val="555555"/>
                </a:solidFill>
                <a:latin typeface="Arial"/>
                <a:ea typeface="Arial"/>
                <a:cs typeface="Arial"/>
              </a:defRPr>
            </a:lvl9pPr>
          </a:lstStyle>
          <a:p>
            <a:pPr algn="r">
              <a:defRPr sz="1275" b="0">
                <a:solidFill>
                  <a:srgbClr val="555555"/>
                </a:solidFill>
                <a:latin typeface="Arial"/>
                <a:ea typeface="Arial"/>
                <a:cs typeface="Arial"/>
              </a:defRPr>
            </a:pPr>
            <a:r>
              <a:rPr sz="1275" b="0">
                <a:solidFill>
                  <a:srgbClr val="555555"/>
                </a:solidFill>
                <a:latin typeface="Arial"/>
                <a:ea typeface="Arial"/>
                <a:cs typeface="Arial"/>
              </a:rPr>
              <a:t>Sensory</a:t>
            </a:r>
          </a:p>
        </p:txBody>
      </p:sp>
      <p:sp>
        <p:nvSpPr>
          <p:cNvPr id="6" name="Optic">
            <a:extLst>
              <a:ext uri="{FF2B5EF4-FFF2-40B4-BE49-F238E27FC236}">
                <a16:creationId xmlns:a16="http://schemas.microsoft.com/office/drawing/2014/main" id="{A426A520-FF7A-42B6-9855-B9667983DEF0}"/>
              </a:ext>
            </a:extLst>
          </p:cNvPr>
          <p:cNvSpPr>
            <a:spLocks noGrp="1"/>
          </p:cNvSpPr>
          <p:nvPr/>
        </p:nvSpPr>
        <p:spPr>
          <a:xfrm>
            <a:off x="381000" y="2324100"/>
            <a:ext cx="1285875" cy="238125"/>
          </a:xfrm>
          <a:prstGeom prst="rect">
            <a:avLst/>
          </a:prstGeom>
          <a:noFill/>
          <a:ln w="0">
            <a:noFill/>
          </a:ln>
        </p:spPr>
        <p:txBody>
          <a:bodyPr wrap="square" lIns="0" tIns="0" rIns="0" bIns="0" anchor="ctr"/>
          <a:lstStyle>
            <a:defPPr algn="r">
              <a:defRPr sz="1275" b="0">
                <a:solidFill>
                  <a:srgbClr val="555555"/>
                </a:solidFill>
                <a:latin typeface="Arial"/>
                <a:ea typeface="Arial"/>
                <a:cs typeface="Arial"/>
              </a:defRPr>
            </a:defPPr>
            <a:lvl1pPr algn="r">
              <a:defRPr sz="1275" b="0">
                <a:solidFill>
                  <a:srgbClr val="555555"/>
                </a:solidFill>
                <a:latin typeface="Arial"/>
                <a:ea typeface="Arial"/>
                <a:cs typeface="Arial"/>
              </a:defRPr>
            </a:lvl1pPr>
            <a:lvl2pPr algn="r">
              <a:defRPr sz="1275" b="0">
                <a:solidFill>
                  <a:srgbClr val="555555"/>
                </a:solidFill>
                <a:latin typeface="Arial"/>
                <a:ea typeface="Arial"/>
                <a:cs typeface="Arial"/>
              </a:defRPr>
            </a:lvl2pPr>
            <a:lvl3pPr algn="r">
              <a:defRPr sz="1275" b="0">
                <a:solidFill>
                  <a:srgbClr val="555555"/>
                </a:solidFill>
                <a:latin typeface="Arial"/>
                <a:ea typeface="Arial"/>
                <a:cs typeface="Arial"/>
              </a:defRPr>
            </a:lvl3pPr>
            <a:lvl4pPr algn="r">
              <a:defRPr sz="1275" b="0">
                <a:solidFill>
                  <a:srgbClr val="555555"/>
                </a:solidFill>
                <a:latin typeface="Arial"/>
                <a:ea typeface="Arial"/>
                <a:cs typeface="Arial"/>
              </a:defRPr>
            </a:lvl4pPr>
            <a:lvl5pPr algn="r">
              <a:defRPr sz="1275" b="0">
                <a:solidFill>
                  <a:srgbClr val="555555"/>
                </a:solidFill>
                <a:latin typeface="Arial"/>
                <a:ea typeface="Arial"/>
                <a:cs typeface="Arial"/>
              </a:defRPr>
            </a:lvl5pPr>
            <a:lvl6pPr algn="r">
              <a:defRPr sz="1275" b="0">
                <a:solidFill>
                  <a:srgbClr val="555555"/>
                </a:solidFill>
                <a:latin typeface="Arial"/>
                <a:ea typeface="Arial"/>
                <a:cs typeface="Arial"/>
              </a:defRPr>
            </a:lvl6pPr>
            <a:lvl7pPr algn="r">
              <a:defRPr sz="1275" b="0">
                <a:solidFill>
                  <a:srgbClr val="555555"/>
                </a:solidFill>
                <a:latin typeface="Arial"/>
                <a:ea typeface="Arial"/>
                <a:cs typeface="Arial"/>
              </a:defRPr>
            </a:lvl7pPr>
            <a:lvl8pPr algn="r">
              <a:defRPr sz="1275" b="0">
                <a:solidFill>
                  <a:srgbClr val="555555"/>
                </a:solidFill>
                <a:latin typeface="Arial"/>
                <a:ea typeface="Arial"/>
                <a:cs typeface="Arial"/>
              </a:defRPr>
            </a:lvl8pPr>
            <a:lvl9pPr algn="r">
              <a:defRPr sz="1275" b="0">
                <a:solidFill>
                  <a:srgbClr val="555555"/>
                </a:solidFill>
                <a:latin typeface="Arial"/>
                <a:ea typeface="Arial"/>
                <a:cs typeface="Arial"/>
              </a:defRPr>
            </a:lvl9pPr>
          </a:lstStyle>
          <a:p>
            <a:pPr algn="r">
              <a:defRPr sz="1275" b="0">
                <a:solidFill>
                  <a:srgbClr val="555555"/>
                </a:solidFill>
                <a:latin typeface="Arial"/>
                <a:ea typeface="Arial"/>
                <a:cs typeface="Arial"/>
              </a:defRPr>
            </a:pPr>
            <a:r>
              <a:rPr sz="1275" b="0">
                <a:solidFill>
                  <a:srgbClr val="555555"/>
                </a:solidFill>
                <a:latin typeface="Arial"/>
                <a:ea typeface="Arial"/>
                <a:cs typeface="Arial"/>
              </a:rPr>
              <a:t>Optic</a:t>
            </a:r>
          </a:p>
        </p:txBody>
      </p:sp>
      <p:sp>
        <p:nvSpPr>
          <p:cNvPr id="7" name="Central">
            <a:extLst>
              <a:ext uri="{FF2B5EF4-FFF2-40B4-BE49-F238E27FC236}">
                <a16:creationId xmlns:a16="http://schemas.microsoft.com/office/drawing/2014/main" id="{425E958E-9DAC-4F14-9C38-C882859ADD54}"/>
              </a:ext>
            </a:extLst>
          </p:cNvPr>
          <p:cNvSpPr>
            <a:spLocks noGrp="1"/>
          </p:cNvSpPr>
          <p:nvPr/>
        </p:nvSpPr>
        <p:spPr>
          <a:xfrm>
            <a:off x="381000" y="3181350"/>
            <a:ext cx="1285875" cy="238125"/>
          </a:xfrm>
          <a:prstGeom prst="rect">
            <a:avLst/>
          </a:prstGeom>
          <a:noFill/>
          <a:ln w="0">
            <a:noFill/>
          </a:ln>
        </p:spPr>
        <p:txBody>
          <a:bodyPr wrap="square" lIns="0" tIns="0" rIns="0" bIns="0" anchor="ctr"/>
          <a:lstStyle>
            <a:defPPr algn="r">
              <a:defRPr sz="1275" b="0">
                <a:solidFill>
                  <a:srgbClr val="555555"/>
                </a:solidFill>
                <a:latin typeface="Arial"/>
                <a:ea typeface="Arial"/>
                <a:cs typeface="Arial"/>
              </a:defRPr>
            </a:defPPr>
            <a:lvl1pPr algn="r">
              <a:defRPr sz="1275" b="0">
                <a:solidFill>
                  <a:srgbClr val="555555"/>
                </a:solidFill>
                <a:latin typeface="Arial"/>
                <a:ea typeface="Arial"/>
                <a:cs typeface="Arial"/>
              </a:defRPr>
            </a:lvl1pPr>
            <a:lvl2pPr algn="r">
              <a:defRPr sz="1275" b="0">
                <a:solidFill>
                  <a:srgbClr val="555555"/>
                </a:solidFill>
                <a:latin typeface="Arial"/>
                <a:ea typeface="Arial"/>
                <a:cs typeface="Arial"/>
              </a:defRPr>
            </a:lvl2pPr>
            <a:lvl3pPr algn="r">
              <a:defRPr sz="1275" b="0">
                <a:solidFill>
                  <a:srgbClr val="555555"/>
                </a:solidFill>
                <a:latin typeface="Arial"/>
                <a:ea typeface="Arial"/>
                <a:cs typeface="Arial"/>
              </a:defRPr>
            </a:lvl3pPr>
            <a:lvl4pPr algn="r">
              <a:defRPr sz="1275" b="0">
                <a:solidFill>
                  <a:srgbClr val="555555"/>
                </a:solidFill>
                <a:latin typeface="Arial"/>
                <a:ea typeface="Arial"/>
                <a:cs typeface="Arial"/>
              </a:defRPr>
            </a:lvl4pPr>
            <a:lvl5pPr algn="r">
              <a:defRPr sz="1275" b="0">
                <a:solidFill>
                  <a:srgbClr val="555555"/>
                </a:solidFill>
                <a:latin typeface="Arial"/>
                <a:ea typeface="Arial"/>
                <a:cs typeface="Arial"/>
              </a:defRPr>
            </a:lvl5pPr>
            <a:lvl6pPr algn="r">
              <a:defRPr sz="1275" b="0">
                <a:solidFill>
                  <a:srgbClr val="555555"/>
                </a:solidFill>
                <a:latin typeface="Arial"/>
                <a:ea typeface="Arial"/>
                <a:cs typeface="Arial"/>
              </a:defRPr>
            </a:lvl6pPr>
            <a:lvl7pPr algn="r">
              <a:defRPr sz="1275" b="0">
                <a:solidFill>
                  <a:srgbClr val="555555"/>
                </a:solidFill>
                <a:latin typeface="Arial"/>
                <a:ea typeface="Arial"/>
                <a:cs typeface="Arial"/>
              </a:defRPr>
            </a:lvl7pPr>
            <a:lvl8pPr algn="r">
              <a:defRPr sz="1275" b="0">
                <a:solidFill>
                  <a:srgbClr val="555555"/>
                </a:solidFill>
                <a:latin typeface="Arial"/>
                <a:ea typeface="Arial"/>
                <a:cs typeface="Arial"/>
              </a:defRPr>
            </a:lvl8pPr>
            <a:lvl9pPr algn="r">
              <a:defRPr sz="1275" b="0">
                <a:solidFill>
                  <a:srgbClr val="555555"/>
                </a:solidFill>
                <a:latin typeface="Arial"/>
                <a:ea typeface="Arial"/>
                <a:cs typeface="Arial"/>
              </a:defRPr>
            </a:lvl9pPr>
          </a:lstStyle>
          <a:p>
            <a:pPr algn="r">
              <a:defRPr sz="1275" b="0">
                <a:solidFill>
                  <a:srgbClr val="555555"/>
                </a:solidFill>
                <a:latin typeface="Arial"/>
                <a:ea typeface="Arial"/>
                <a:cs typeface="Arial"/>
              </a:defRPr>
            </a:pPr>
            <a:r>
              <a:rPr sz="1275" b="0">
                <a:solidFill>
                  <a:srgbClr val="555555"/>
                </a:solidFill>
                <a:latin typeface="Arial"/>
                <a:ea typeface="Arial"/>
                <a:cs typeface="Arial"/>
              </a:rPr>
              <a:t>Central</a:t>
            </a:r>
          </a:p>
        </p:txBody>
      </p:sp>
      <p:sp>
        <p:nvSpPr>
          <p:cNvPr id="8" name="VPN / VCN">
            <a:extLst>
              <a:ext uri="{FF2B5EF4-FFF2-40B4-BE49-F238E27FC236}">
                <a16:creationId xmlns:a16="http://schemas.microsoft.com/office/drawing/2014/main" id="{2997385E-9C35-43D8-9341-C081E4E46CDA}"/>
              </a:ext>
            </a:extLst>
          </p:cNvPr>
          <p:cNvSpPr>
            <a:spLocks noGrp="1"/>
          </p:cNvSpPr>
          <p:nvPr/>
        </p:nvSpPr>
        <p:spPr>
          <a:xfrm>
            <a:off x="381000" y="3505200"/>
            <a:ext cx="1285875" cy="238125"/>
          </a:xfrm>
          <a:prstGeom prst="rect">
            <a:avLst/>
          </a:prstGeom>
          <a:noFill/>
          <a:ln w="0">
            <a:noFill/>
          </a:ln>
        </p:spPr>
        <p:txBody>
          <a:bodyPr wrap="square" lIns="0" tIns="0" rIns="0" bIns="0" anchor="ctr"/>
          <a:lstStyle>
            <a:defPPr algn="r">
              <a:defRPr sz="1275" b="0">
                <a:solidFill>
                  <a:srgbClr val="555555"/>
                </a:solidFill>
                <a:latin typeface="Arial"/>
                <a:ea typeface="Arial"/>
                <a:cs typeface="Arial"/>
              </a:defRPr>
            </a:defPPr>
            <a:lvl1pPr algn="r">
              <a:defRPr sz="1275" b="0">
                <a:solidFill>
                  <a:srgbClr val="555555"/>
                </a:solidFill>
                <a:latin typeface="Arial"/>
                <a:ea typeface="Arial"/>
                <a:cs typeface="Arial"/>
              </a:defRPr>
            </a:lvl1pPr>
            <a:lvl2pPr algn="r">
              <a:defRPr sz="1275" b="0">
                <a:solidFill>
                  <a:srgbClr val="555555"/>
                </a:solidFill>
                <a:latin typeface="Arial"/>
                <a:ea typeface="Arial"/>
                <a:cs typeface="Arial"/>
              </a:defRPr>
            </a:lvl2pPr>
            <a:lvl3pPr algn="r">
              <a:defRPr sz="1275" b="0">
                <a:solidFill>
                  <a:srgbClr val="555555"/>
                </a:solidFill>
                <a:latin typeface="Arial"/>
                <a:ea typeface="Arial"/>
                <a:cs typeface="Arial"/>
              </a:defRPr>
            </a:lvl3pPr>
            <a:lvl4pPr algn="r">
              <a:defRPr sz="1275" b="0">
                <a:solidFill>
                  <a:srgbClr val="555555"/>
                </a:solidFill>
                <a:latin typeface="Arial"/>
                <a:ea typeface="Arial"/>
                <a:cs typeface="Arial"/>
              </a:defRPr>
            </a:lvl4pPr>
            <a:lvl5pPr algn="r">
              <a:defRPr sz="1275" b="0">
                <a:solidFill>
                  <a:srgbClr val="555555"/>
                </a:solidFill>
                <a:latin typeface="Arial"/>
                <a:ea typeface="Arial"/>
                <a:cs typeface="Arial"/>
              </a:defRPr>
            </a:lvl5pPr>
            <a:lvl6pPr algn="r">
              <a:defRPr sz="1275" b="0">
                <a:solidFill>
                  <a:srgbClr val="555555"/>
                </a:solidFill>
                <a:latin typeface="Arial"/>
                <a:ea typeface="Arial"/>
                <a:cs typeface="Arial"/>
              </a:defRPr>
            </a:lvl6pPr>
            <a:lvl7pPr algn="r">
              <a:defRPr sz="1275" b="0">
                <a:solidFill>
                  <a:srgbClr val="555555"/>
                </a:solidFill>
                <a:latin typeface="Arial"/>
                <a:ea typeface="Arial"/>
                <a:cs typeface="Arial"/>
              </a:defRPr>
            </a:lvl7pPr>
            <a:lvl8pPr algn="r">
              <a:defRPr sz="1275" b="0">
                <a:solidFill>
                  <a:srgbClr val="555555"/>
                </a:solidFill>
                <a:latin typeface="Arial"/>
                <a:ea typeface="Arial"/>
                <a:cs typeface="Arial"/>
              </a:defRPr>
            </a:lvl8pPr>
            <a:lvl9pPr algn="r">
              <a:defRPr sz="1275" b="0">
                <a:solidFill>
                  <a:srgbClr val="555555"/>
                </a:solidFill>
                <a:latin typeface="Arial"/>
                <a:ea typeface="Arial"/>
                <a:cs typeface="Arial"/>
              </a:defRPr>
            </a:lvl9pPr>
          </a:lstStyle>
          <a:p>
            <a:pPr algn="r">
              <a:defRPr sz="1275" b="0">
                <a:solidFill>
                  <a:srgbClr val="555555"/>
                </a:solidFill>
                <a:latin typeface="Arial"/>
                <a:ea typeface="Arial"/>
                <a:cs typeface="Arial"/>
              </a:defRPr>
            </a:pPr>
            <a:r>
              <a:rPr sz="1275" b="0">
                <a:solidFill>
                  <a:srgbClr val="555555"/>
                </a:solidFill>
                <a:latin typeface="Arial"/>
                <a:ea typeface="Arial"/>
                <a:cs typeface="Arial"/>
              </a:rPr>
              <a:t>VPN / VCN</a:t>
            </a:r>
          </a:p>
        </p:txBody>
      </p:sp>
      <p:sp>
        <p:nvSpPr>
          <p:cNvPr id="9" name="Output classes">
            <a:extLst>
              <a:ext uri="{FF2B5EF4-FFF2-40B4-BE49-F238E27FC236}">
                <a16:creationId xmlns:a16="http://schemas.microsoft.com/office/drawing/2014/main" id="{60C351B0-14F0-480E-AB15-F5092C854A3D}"/>
              </a:ext>
            </a:extLst>
          </p:cNvPr>
          <p:cNvSpPr>
            <a:spLocks noGrp="1"/>
          </p:cNvSpPr>
          <p:nvPr/>
        </p:nvSpPr>
        <p:spPr>
          <a:xfrm>
            <a:off x="381000" y="3819525"/>
            <a:ext cx="1285875" cy="238125"/>
          </a:xfrm>
          <a:prstGeom prst="rect">
            <a:avLst/>
          </a:prstGeom>
          <a:noFill/>
          <a:ln w="0">
            <a:noFill/>
          </a:ln>
        </p:spPr>
        <p:txBody>
          <a:bodyPr wrap="square" lIns="0" tIns="0" rIns="0" bIns="0" anchor="ctr"/>
          <a:lstStyle>
            <a:defPPr algn="r">
              <a:defRPr sz="1275" b="0">
                <a:solidFill>
                  <a:srgbClr val="555555"/>
                </a:solidFill>
                <a:latin typeface="Arial"/>
                <a:ea typeface="Arial"/>
                <a:cs typeface="Arial"/>
              </a:defRPr>
            </a:defPPr>
            <a:lvl1pPr algn="r">
              <a:defRPr sz="1275" b="0">
                <a:solidFill>
                  <a:srgbClr val="555555"/>
                </a:solidFill>
                <a:latin typeface="Arial"/>
                <a:ea typeface="Arial"/>
                <a:cs typeface="Arial"/>
              </a:defRPr>
            </a:lvl1pPr>
            <a:lvl2pPr algn="r">
              <a:defRPr sz="1275" b="0">
                <a:solidFill>
                  <a:srgbClr val="555555"/>
                </a:solidFill>
                <a:latin typeface="Arial"/>
                <a:ea typeface="Arial"/>
                <a:cs typeface="Arial"/>
              </a:defRPr>
            </a:lvl2pPr>
            <a:lvl3pPr algn="r">
              <a:defRPr sz="1275" b="0">
                <a:solidFill>
                  <a:srgbClr val="555555"/>
                </a:solidFill>
                <a:latin typeface="Arial"/>
                <a:ea typeface="Arial"/>
                <a:cs typeface="Arial"/>
              </a:defRPr>
            </a:lvl3pPr>
            <a:lvl4pPr algn="r">
              <a:defRPr sz="1275" b="0">
                <a:solidFill>
                  <a:srgbClr val="555555"/>
                </a:solidFill>
                <a:latin typeface="Arial"/>
                <a:ea typeface="Arial"/>
                <a:cs typeface="Arial"/>
              </a:defRPr>
            </a:lvl4pPr>
            <a:lvl5pPr algn="r">
              <a:defRPr sz="1275" b="0">
                <a:solidFill>
                  <a:srgbClr val="555555"/>
                </a:solidFill>
                <a:latin typeface="Arial"/>
                <a:ea typeface="Arial"/>
                <a:cs typeface="Arial"/>
              </a:defRPr>
            </a:lvl5pPr>
            <a:lvl6pPr algn="r">
              <a:defRPr sz="1275" b="0">
                <a:solidFill>
                  <a:srgbClr val="555555"/>
                </a:solidFill>
                <a:latin typeface="Arial"/>
                <a:ea typeface="Arial"/>
                <a:cs typeface="Arial"/>
              </a:defRPr>
            </a:lvl6pPr>
            <a:lvl7pPr algn="r">
              <a:defRPr sz="1275" b="0">
                <a:solidFill>
                  <a:srgbClr val="555555"/>
                </a:solidFill>
                <a:latin typeface="Arial"/>
                <a:ea typeface="Arial"/>
                <a:cs typeface="Arial"/>
              </a:defRPr>
            </a:lvl7pPr>
            <a:lvl8pPr algn="r">
              <a:defRPr sz="1275" b="0">
                <a:solidFill>
                  <a:srgbClr val="555555"/>
                </a:solidFill>
                <a:latin typeface="Arial"/>
                <a:ea typeface="Arial"/>
                <a:cs typeface="Arial"/>
              </a:defRPr>
            </a:lvl8pPr>
            <a:lvl9pPr algn="r">
              <a:defRPr sz="1275" b="0">
                <a:solidFill>
                  <a:srgbClr val="555555"/>
                </a:solidFill>
                <a:latin typeface="Arial"/>
                <a:ea typeface="Arial"/>
                <a:cs typeface="Arial"/>
              </a:defRPr>
            </a:lvl9pPr>
          </a:lstStyle>
          <a:p>
            <a:pPr algn="r">
              <a:defRPr sz="1275" b="0">
                <a:solidFill>
                  <a:srgbClr val="555555"/>
                </a:solidFill>
                <a:latin typeface="Arial"/>
                <a:ea typeface="Arial"/>
                <a:cs typeface="Arial"/>
              </a:defRPr>
            </a:pPr>
            <a:r>
              <a:rPr sz="1275" b="0">
                <a:solidFill>
                  <a:srgbClr val="555555"/>
                </a:solidFill>
                <a:latin typeface="Arial"/>
                <a:ea typeface="Arial"/>
                <a:cs typeface="Arial"/>
              </a:rPr>
              <a:t>Output classes</a:t>
            </a:r>
          </a:p>
        </p:txBody>
      </p:sp>
      <p:sp>
        <p:nvSpPr>
          <p:cNvPr id="10" name="Walk">
            <a:extLst>
              <a:ext uri="{FF2B5EF4-FFF2-40B4-BE49-F238E27FC236}">
                <a16:creationId xmlns:a16="http://schemas.microsoft.com/office/drawing/2014/main" id="{1EDC7976-D438-4C1C-81A1-826B1D2D9B2F}"/>
              </a:ext>
            </a:extLst>
          </p:cNvPr>
          <p:cNvSpPr>
            <a:spLocks noGrp="1"/>
          </p:cNvSpPr>
          <p:nvPr/>
        </p:nvSpPr>
        <p:spPr>
          <a:xfrm>
            <a:off x="2488782" y="781050"/>
            <a:ext cx="914400" cy="333375"/>
          </a:xfrm>
          <a:prstGeom prst="rect">
            <a:avLst/>
          </a:prstGeom>
          <a:noFill/>
          <a:ln w="0">
            <a:noFill/>
          </a:ln>
        </p:spPr>
        <p:txBody>
          <a:bodyPr wrap="square" lIns="0" tIns="0" rIns="0" bIns="0" anchor="ctr"/>
          <a:lstStyle>
            <a:defPPr algn="ctr">
              <a:defRPr sz="1350" b="1">
                <a:solidFill>
                  <a:srgbClr val="660874"/>
                </a:solidFill>
                <a:latin typeface="Arial"/>
                <a:ea typeface="Arial"/>
                <a:cs typeface="Arial"/>
              </a:defRPr>
            </a:defPPr>
            <a:lvl1pPr algn="ctr">
              <a:defRPr sz="1350" b="1">
                <a:solidFill>
                  <a:srgbClr val="660874"/>
                </a:solidFill>
                <a:latin typeface="Arial"/>
                <a:ea typeface="Arial"/>
                <a:cs typeface="Arial"/>
              </a:defRPr>
            </a:lvl1pPr>
            <a:lvl2pPr algn="ctr">
              <a:defRPr sz="1350" b="1">
                <a:solidFill>
                  <a:srgbClr val="660874"/>
                </a:solidFill>
                <a:latin typeface="Arial"/>
                <a:ea typeface="Arial"/>
                <a:cs typeface="Arial"/>
              </a:defRPr>
            </a:lvl2pPr>
            <a:lvl3pPr algn="ctr">
              <a:defRPr sz="1350" b="1">
                <a:solidFill>
                  <a:srgbClr val="660874"/>
                </a:solidFill>
                <a:latin typeface="Arial"/>
                <a:ea typeface="Arial"/>
                <a:cs typeface="Arial"/>
              </a:defRPr>
            </a:lvl3pPr>
            <a:lvl4pPr algn="ctr">
              <a:defRPr sz="1350" b="1">
                <a:solidFill>
                  <a:srgbClr val="660874"/>
                </a:solidFill>
                <a:latin typeface="Arial"/>
                <a:ea typeface="Arial"/>
                <a:cs typeface="Arial"/>
              </a:defRPr>
            </a:lvl4pPr>
            <a:lvl5pPr algn="ctr">
              <a:defRPr sz="1350" b="1">
                <a:solidFill>
                  <a:srgbClr val="660874"/>
                </a:solidFill>
                <a:latin typeface="Arial"/>
                <a:ea typeface="Arial"/>
                <a:cs typeface="Arial"/>
              </a:defRPr>
            </a:lvl5pPr>
            <a:lvl6pPr algn="ctr">
              <a:defRPr sz="1350" b="1">
                <a:solidFill>
                  <a:srgbClr val="660874"/>
                </a:solidFill>
                <a:latin typeface="Arial"/>
                <a:ea typeface="Arial"/>
                <a:cs typeface="Arial"/>
              </a:defRPr>
            </a:lvl6pPr>
            <a:lvl7pPr algn="ctr">
              <a:defRPr sz="1350" b="1">
                <a:solidFill>
                  <a:srgbClr val="660874"/>
                </a:solidFill>
                <a:latin typeface="Arial"/>
                <a:ea typeface="Arial"/>
                <a:cs typeface="Arial"/>
              </a:defRPr>
            </a:lvl7pPr>
            <a:lvl8pPr algn="ctr">
              <a:defRPr sz="1350" b="1">
                <a:solidFill>
                  <a:srgbClr val="660874"/>
                </a:solidFill>
                <a:latin typeface="Arial"/>
                <a:ea typeface="Arial"/>
                <a:cs typeface="Arial"/>
              </a:defRPr>
            </a:lvl8pPr>
            <a:lvl9pPr algn="ctr">
              <a:defRPr sz="1350" b="1">
                <a:solidFill>
                  <a:srgbClr val="660874"/>
                </a:solidFill>
                <a:latin typeface="Arial"/>
                <a:ea typeface="Arial"/>
                <a:cs typeface="Arial"/>
              </a:defRPr>
            </a:lvl9pPr>
          </a:lstStyle>
          <a:p>
            <a:pPr algn="ctr">
              <a:defRPr sz="1350" b="1">
                <a:solidFill>
                  <a:srgbClr val="660874"/>
                </a:solidFill>
                <a:latin typeface="Arial"/>
                <a:ea typeface="Arial"/>
                <a:cs typeface="Arial"/>
              </a:defRPr>
            </a:pPr>
            <a:r>
              <a:rPr sz="1350" b="1">
                <a:solidFill>
                  <a:srgbClr val="660874"/>
                </a:solidFill>
                <a:latin typeface="Arial"/>
                <a:ea typeface="Arial"/>
                <a:cs typeface="Arial"/>
              </a:rPr>
              <a:t>Walk</a:t>
            </a:r>
          </a:p>
        </p:txBody>
      </p:sp>
      <p:sp>
        <p:nvSpPr>
          <p:cNvPr id="11" name="Slow down">
            <a:extLst>
              <a:ext uri="{FF2B5EF4-FFF2-40B4-BE49-F238E27FC236}">
                <a16:creationId xmlns:a16="http://schemas.microsoft.com/office/drawing/2014/main" id="{DABC0C52-AD14-4C25-B2A9-576EDA81D98C}"/>
              </a:ext>
            </a:extLst>
          </p:cNvPr>
          <p:cNvSpPr>
            <a:spLocks noGrp="1"/>
          </p:cNvSpPr>
          <p:nvPr/>
        </p:nvSpPr>
        <p:spPr>
          <a:xfrm>
            <a:off x="4118059" y="781050"/>
            <a:ext cx="914400" cy="333375"/>
          </a:xfrm>
          <a:prstGeom prst="rect">
            <a:avLst/>
          </a:prstGeom>
          <a:noFill/>
          <a:ln w="0">
            <a:noFill/>
          </a:ln>
        </p:spPr>
        <p:txBody>
          <a:bodyPr wrap="square" lIns="0" tIns="0" rIns="0" bIns="0" anchor="ctr"/>
          <a:lstStyle>
            <a:defPPr algn="ctr">
              <a:defRPr sz="1350" b="1">
                <a:solidFill>
                  <a:srgbClr val="660874"/>
                </a:solidFill>
                <a:latin typeface="Arial"/>
                <a:ea typeface="Arial"/>
                <a:cs typeface="Arial"/>
              </a:defRPr>
            </a:defPPr>
            <a:lvl1pPr algn="ctr">
              <a:defRPr sz="1350" b="1">
                <a:solidFill>
                  <a:srgbClr val="660874"/>
                </a:solidFill>
                <a:latin typeface="Arial"/>
                <a:ea typeface="Arial"/>
                <a:cs typeface="Arial"/>
              </a:defRPr>
            </a:lvl1pPr>
            <a:lvl2pPr algn="ctr">
              <a:defRPr sz="1350" b="1">
                <a:solidFill>
                  <a:srgbClr val="660874"/>
                </a:solidFill>
                <a:latin typeface="Arial"/>
                <a:ea typeface="Arial"/>
                <a:cs typeface="Arial"/>
              </a:defRPr>
            </a:lvl2pPr>
            <a:lvl3pPr algn="ctr">
              <a:defRPr sz="1350" b="1">
                <a:solidFill>
                  <a:srgbClr val="660874"/>
                </a:solidFill>
                <a:latin typeface="Arial"/>
                <a:ea typeface="Arial"/>
                <a:cs typeface="Arial"/>
              </a:defRPr>
            </a:lvl3pPr>
            <a:lvl4pPr algn="ctr">
              <a:defRPr sz="1350" b="1">
                <a:solidFill>
                  <a:srgbClr val="660874"/>
                </a:solidFill>
                <a:latin typeface="Arial"/>
                <a:ea typeface="Arial"/>
                <a:cs typeface="Arial"/>
              </a:defRPr>
            </a:lvl4pPr>
            <a:lvl5pPr algn="ctr">
              <a:defRPr sz="1350" b="1">
                <a:solidFill>
                  <a:srgbClr val="660874"/>
                </a:solidFill>
                <a:latin typeface="Arial"/>
                <a:ea typeface="Arial"/>
                <a:cs typeface="Arial"/>
              </a:defRPr>
            </a:lvl5pPr>
            <a:lvl6pPr algn="ctr">
              <a:defRPr sz="1350" b="1">
                <a:solidFill>
                  <a:srgbClr val="660874"/>
                </a:solidFill>
                <a:latin typeface="Arial"/>
                <a:ea typeface="Arial"/>
                <a:cs typeface="Arial"/>
              </a:defRPr>
            </a:lvl6pPr>
            <a:lvl7pPr algn="ctr">
              <a:defRPr sz="1350" b="1">
                <a:solidFill>
                  <a:srgbClr val="660874"/>
                </a:solidFill>
                <a:latin typeface="Arial"/>
                <a:ea typeface="Arial"/>
                <a:cs typeface="Arial"/>
              </a:defRPr>
            </a:lvl7pPr>
            <a:lvl8pPr algn="ctr">
              <a:defRPr sz="1350" b="1">
                <a:solidFill>
                  <a:srgbClr val="660874"/>
                </a:solidFill>
                <a:latin typeface="Arial"/>
                <a:ea typeface="Arial"/>
                <a:cs typeface="Arial"/>
              </a:defRPr>
            </a:lvl8pPr>
            <a:lvl9pPr algn="ctr">
              <a:defRPr sz="1350" b="1">
                <a:solidFill>
                  <a:srgbClr val="660874"/>
                </a:solidFill>
                <a:latin typeface="Arial"/>
                <a:ea typeface="Arial"/>
                <a:cs typeface="Arial"/>
              </a:defRPr>
            </a:lvl9pPr>
          </a:lstStyle>
          <a:p>
            <a:pPr algn="ctr">
              <a:defRPr sz="1350" b="1">
                <a:solidFill>
                  <a:srgbClr val="660874"/>
                </a:solidFill>
                <a:latin typeface="Arial"/>
                <a:ea typeface="Arial"/>
                <a:cs typeface="Arial"/>
              </a:defRPr>
            </a:pPr>
            <a:r>
              <a:rPr sz="1350" b="1">
                <a:solidFill>
                  <a:srgbClr val="660874"/>
                </a:solidFill>
                <a:latin typeface="Arial"/>
                <a:ea typeface="Arial"/>
                <a:cs typeface="Arial"/>
              </a:rPr>
              <a:t>Slow down</a:t>
            </a:r>
          </a:p>
        </p:txBody>
      </p:sp>
      <p:sp>
        <p:nvSpPr>
          <p:cNvPr id="12" name="Pause">
            <a:extLst>
              <a:ext uri="{FF2B5EF4-FFF2-40B4-BE49-F238E27FC236}">
                <a16:creationId xmlns:a16="http://schemas.microsoft.com/office/drawing/2014/main" id="{D5061060-EF2E-48EF-AA39-083A73D12CAE}"/>
              </a:ext>
            </a:extLst>
          </p:cNvPr>
          <p:cNvSpPr>
            <a:spLocks noGrp="1"/>
          </p:cNvSpPr>
          <p:nvPr/>
        </p:nvSpPr>
        <p:spPr>
          <a:xfrm>
            <a:off x="4932697" y="781050"/>
            <a:ext cx="914400" cy="333375"/>
          </a:xfrm>
          <a:prstGeom prst="rect">
            <a:avLst/>
          </a:prstGeom>
          <a:noFill/>
          <a:ln w="0">
            <a:noFill/>
          </a:ln>
        </p:spPr>
        <p:txBody>
          <a:bodyPr wrap="square" lIns="0" tIns="0" rIns="0" bIns="0" anchor="ctr"/>
          <a:lstStyle>
            <a:defPPr algn="ctr">
              <a:defRPr sz="1350" b="1">
                <a:solidFill>
                  <a:srgbClr val="660874"/>
                </a:solidFill>
                <a:latin typeface="Arial"/>
                <a:ea typeface="Arial"/>
                <a:cs typeface="Arial"/>
              </a:defRPr>
            </a:defPPr>
            <a:lvl1pPr algn="ctr">
              <a:defRPr sz="1350" b="1">
                <a:solidFill>
                  <a:srgbClr val="660874"/>
                </a:solidFill>
                <a:latin typeface="Arial"/>
                <a:ea typeface="Arial"/>
                <a:cs typeface="Arial"/>
              </a:defRPr>
            </a:lvl1pPr>
            <a:lvl2pPr algn="ctr">
              <a:defRPr sz="1350" b="1">
                <a:solidFill>
                  <a:srgbClr val="660874"/>
                </a:solidFill>
                <a:latin typeface="Arial"/>
                <a:ea typeface="Arial"/>
                <a:cs typeface="Arial"/>
              </a:defRPr>
            </a:lvl2pPr>
            <a:lvl3pPr algn="ctr">
              <a:defRPr sz="1350" b="1">
                <a:solidFill>
                  <a:srgbClr val="660874"/>
                </a:solidFill>
                <a:latin typeface="Arial"/>
                <a:ea typeface="Arial"/>
                <a:cs typeface="Arial"/>
              </a:defRPr>
            </a:lvl3pPr>
            <a:lvl4pPr algn="ctr">
              <a:defRPr sz="1350" b="1">
                <a:solidFill>
                  <a:srgbClr val="660874"/>
                </a:solidFill>
                <a:latin typeface="Arial"/>
                <a:ea typeface="Arial"/>
                <a:cs typeface="Arial"/>
              </a:defRPr>
            </a:lvl4pPr>
            <a:lvl5pPr algn="ctr">
              <a:defRPr sz="1350" b="1">
                <a:solidFill>
                  <a:srgbClr val="660874"/>
                </a:solidFill>
                <a:latin typeface="Arial"/>
                <a:ea typeface="Arial"/>
                <a:cs typeface="Arial"/>
              </a:defRPr>
            </a:lvl5pPr>
            <a:lvl6pPr algn="ctr">
              <a:defRPr sz="1350" b="1">
                <a:solidFill>
                  <a:srgbClr val="660874"/>
                </a:solidFill>
                <a:latin typeface="Arial"/>
                <a:ea typeface="Arial"/>
                <a:cs typeface="Arial"/>
              </a:defRPr>
            </a:lvl6pPr>
            <a:lvl7pPr algn="ctr">
              <a:defRPr sz="1350" b="1">
                <a:solidFill>
                  <a:srgbClr val="660874"/>
                </a:solidFill>
                <a:latin typeface="Arial"/>
                <a:ea typeface="Arial"/>
                <a:cs typeface="Arial"/>
              </a:defRPr>
            </a:lvl7pPr>
            <a:lvl8pPr algn="ctr">
              <a:defRPr sz="1350" b="1">
                <a:solidFill>
                  <a:srgbClr val="660874"/>
                </a:solidFill>
                <a:latin typeface="Arial"/>
                <a:ea typeface="Arial"/>
                <a:cs typeface="Arial"/>
              </a:defRPr>
            </a:lvl8pPr>
            <a:lvl9pPr algn="ctr">
              <a:defRPr sz="1350" b="1">
                <a:solidFill>
                  <a:srgbClr val="660874"/>
                </a:solidFill>
                <a:latin typeface="Arial"/>
                <a:ea typeface="Arial"/>
                <a:cs typeface="Arial"/>
              </a:defRPr>
            </a:lvl9pPr>
          </a:lstStyle>
          <a:p>
            <a:pPr algn="ctr">
              <a:defRPr sz="1350" b="1">
                <a:solidFill>
                  <a:srgbClr val="660874"/>
                </a:solidFill>
                <a:latin typeface="Arial"/>
                <a:ea typeface="Arial"/>
                <a:cs typeface="Arial"/>
              </a:defRPr>
            </a:pPr>
            <a:r>
              <a:rPr sz="1350" b="1">
                <a:solidFill>
                  <a:srgbClr val="660874"/>
                </a:solidFill>
                <a:latin typeface="Arial"/>
                <a:ea typeface="Arial"/>
                <a:cs typeface="Arial"/>
              </a:rPr>
              <a:t>Pause</a:t>
            </a:r>
          </a:p>
        </p:txBody>
      </p:sp>
      <p:sp>
        <p:nvSpPr>
          <p:cNvPr id="13" name="Speed up">
            <a:extLst>
              <a:ext uri="{FF2B5EF4-FFF2-40B4-BE49-F238E27FC236}">
                <a16:creationId xmlns:a16="http://schemas.microsoft.com/office/drawing/2014/main" id="{8E30B785-03CD-4BDE-A8C5-29D659D21BB1}"/>
              </a:ext>
            </a:extLst>
          </p:cNvPr>
          <p:cNvSpPr>
            <a:spLocks noGrp="1"/>
          </p:cNvSpPr>
          <p:nvPr/>
        </p:nvSpPr>
        <p:spPr>
          <a:xfrm>
            <a:off x="5747335" y="781050"/>
            <a:ext cx="914400" cy="333375"/>
          </a:xfrm>
          <a:prstGeom prst="rect">
            <a:avLst/>
          </a:prstGeom>
          <a:noFill/>
          <a:ln w="0">
            <a:noFill/>
          </a:ln>
        </p:spPr>
        <p:txBody>
          <a:bodyPr wrap="square" lIns="0" tIns="0" rIns="0" bIns="0" anchor="ctr"/>
          <a:lstStyle>
            <a:defPPr algn="ctr">
              <a:defRPr sz="1350" b="1">
                <a:solidFill>
                  <a:srgbClr val="660874"/>
                </a:solidFill>
                <a:latin typeface="Arial"/>
                <a:ea typeface="Arial"/>
                <a:cs typeface="Arial"/>
              </a:defRPr>
            </a:defPPr>
            <a:lvl1pPr algn="ctr">
              <a:defRPr sz="1350" b="1">
                <a:solidFill>
                  <a:srgbClr val="660874"/>
                </a:solidFill>
                <a:latin typeface="Arial"/>
                <a:ea typeface="Arial"/>
                <a:cs typeface="Arial"/>
              </a:defRPr>
            </a:lvl1pPr>
            <a:lvl2pPr algn="ctr">
              <a:defRPr sz="1350" b="1">
                <a:solidFill>
                  <a:srgbClr val="660874"/>
                </a:solidFill>
                <a:latin typeface="Arial"/>
                <a:ea typeface="Arial"/>
                <a:cs typeface="Arial"/>
              </a:defRPr>
            </a:lvl2pPr>
            <a:lvl3pPr algn="ctr">
              <a:defRPr sz="1350" b="1">
                <a:solidFill>
                  <a:srgbClr val="660874"/>
                </a:solidFill>
                <a:latin typeface="Arial"/>
                <a:ea typeface="Arial"/>
                <a:cs typeface="Arial"/>
              </a:defRPr>
            </a:lvl3pPr>
            <a:lvl4pPr algn="ctr">
              <a:defRPr sz="1350" b="1">
                <a:solidFill>
                  <a:srgbClr val="660874"/>
                </a:solidFill>
                <a:latin typeface="Arial"/>
                <a:ea typeface="Arial"/>
                <a:cs typeface="Arial"/>
              </a:defRPr>
            </a:lvl4pPr>
            <a:lvl5pPr algn="ctr">
              <a:defRPr sz="1350" b="1">
                <a:solidFill>
                  <a:srgbClr val="660874"/>
                </a:solidFill>
                <a:latin typeface="Arial"/>
                <a:ea typeface="Arial"/>
                <a:cs typeface="Arial"/>
              </a:defRPr>
            </a:lvl5pPr>
            <a:lvl6pPr algn="ctr">
              <a:defRPr sz="1350" b="1">
                <a:solidFill>
                  <a:srgbClr val="660874"/>
                </a:solidFill>
                <a:latin typeface="Arial"/>
                <a:ea typeface="Arial"/>
                <a:cs typeface="Arial"/>
              </a:defRPr>
            </a:lvl6pPr>
            <a:lvl7pPr algn="ctr">
              <a:defRPr sz="1350" b="1">
                <a:solidFill>
                  <a:srgbClr val="660874"/>
                </a:solidFill>
                <a:latin typeface="Arial"/>
                <a:ea typeface="Arial"/>
                <a:cs typeface="Arial"/>
              </a:defRPr>
            </a:lvl7pPr>
            <a:lvl8pPr algn="ctr">
              <a:defRPr sz="1350" b="1">
                <a:solidFill>
                  <a:srgbClr val="660874"/>
                </a:solidFill>
                <a:latin typeface="Arial"/>
                <a:ea typeface="Arial"/>
                <a:cs typeface="Arial"/>
              </a:defRPr>
            </a:lvl8pPr>
            <a:lvl9pPr algn="ctr">
              <a:defRPr sz="1350" b="1">
                <a:solidFill>
                  <a:srgbClr val="660874"/>
                </a:solidFill>
                <a:latin typeface="Arial"/>
                <a:ea typeface="Arial"/>
                <a:cs typeface="Arial"/>
              </a:defRPr>
            </a:lvl9pPr>
          </a:lstStyle>
          <a:p>
            <a:pPr algn="ctr">
              <a:defRPr sz="1350" b="1">
                <a:solidFill>
                  <a:srgbClr val="660874"/>
                </a:solidFill>
                <a:latin typeface="Arial"/>
                <a:ea typeface="Arial"/>
                <a:cs typeface="Arial"/>
              </a:defRPr>
            </a:pPr>
            <a:r>
              <a:rPr sz="1350" b="1">
                <a:solidFill>
                  <a:srgbClr val="660874"/>
                </a:solidFill>
                <a:latin typeface="Arial"/>
                <a:ea typeface="Arial"/>
                <a:cs typeface="Arial"/>
              </a:rPr>
              <a:t>Speed up</a:t>
            </a:r>
          </a:p>
        </p:txBody>
      </p:sp>
      <p:sp>
        <p:nvSpPr>
          <p:cNvPr id="14" name="Turn">
            <a:extLst>
              <a:ext uri="{FF2B5EF4-FFF2-40B4-BE49-F238E27FC236}">
                <a16:creationId xmlns:a16="http://schemas.microsoft.com/office/drawing/2014/main" id="{BEB0DDE6-AFBA-417C-8861-59F710B3FE23}"/>
              </a:ext>
            </a:extLst>
          </p:cNvPr>
          <p:cNvSpPr>
            <a:spLocks noGrp="1"/>
          </p:cNvSpPr>
          <p:nvPr/>
        </p:nvSpPr>
        <p:spPr>
          <a:xfrm>
            <a:off x="6806364" y="781050"/>
            <a:ext cx="914400" cy="333375"/>
          </a:xfrm>
          <a:prstGeom prst="rect">
            <a:avLst/>
          </a:prstGeom>
          <a:noFill/>
          <a:ln w="0">
            <a:noFill/>
          </a:ln>
        </p:spPr>
        <p:txBody>
          <a:bodyPr wrap="square" lIns="0" tIns="0" rIns="0" bIns="0" anchor="ctr"/>
          <a:lstStyle>
            <a:defPPr algn="ctr">
              <a:defRPr sz="1350" b="1">
                <a:solidFill>
                  <a:srgbClr val="660874"/>
                </a:solidFill>
                <a:latin typeface="Arial"/>
                <a:ea typeface="Arial"/>
                <a:cs typeface="Arial"/>
              </a:defRPr>
            </a:defPPr>
            <a:lvl1pPr algn="ctr">
              <a:defRPr sz="1350" b="1">
                <a:solidFill>
                  <a:srgbClr val="660874"/>
                </a:solidFill>
                <a:latin typeface="Arial"/>
                <a:ea typeface="Arial"/>
                <a:cs typeface="Arial"/>
              </a:defRPr>
            </a:lvl1pPr>
            <a:lvl2pPr algn="ctr">
              <a:defRPr sz="1350" b="1">
                <a:solidFill>
                  <a:srgbClr val="660874"/>
                </a:solidFill>
                <a:latin typeface="Arial"/>
                <a:ea typeface="Arial"/>
                <a:cs typeface="Arial"/>
              </a:defRPr>
            </a:lvl2pPr>
            <a:lvl3pPr algn="ctr">
              <a:defRPr sz="1350" b="1">
                <a:solidFill>
                  <a:srgbClr val="660874"/>
                </a:solidFill>
                <a:latin typeface="Arial"/>
                <a:ea typeface="Arial"/>
                <a:cs typeface="Arial"/>
              </a:defRPr>
            </a:lvl3pPr>
            <a:lvl4pPr algn="ctr">
              <a:defRPr sz="1350" b="1">
                <a:solidFill>
                  <a:srgbClr val="660874"/>
                </a:solidFill>
                <a:latin typeface="Arial"/>
                <a:ea typeface="Arial"/>
                <a:cs typeface="Arial"/>
              </a:defRPr>
            </a:lvl4pPr>
            <a:lvl5pPr algn="ctr">
              <a:defRPr sz="1350" b="1">
                <a:solidFill>
                  <a:srgbClr val="660874"/>
                </a:solidFill>
                <a:latin typeface="Arial"/>
                <a:ea typeface="Arial"/>
                <a:cs typeface="Arial"/>
              </a:defRPr>
            </a:lvl5pPr>
            <a:lvl6pPr algn="ctr">
              <a:defRPr sz="1350" b="1">
                <a:solidFill>
                  <a:srgbClr val="660874"/>
                </a:solidFill>
                <a:latin typeface="Arial"/>
                <a:ea typeface="Arial"/>
                <a:cs typeface="Arial"/>
              </a:defRPr>
            </a:lvl6pPr>
            <a:lvl7pPr algn="ctr">
              <a:defRPr sz="1350" b="1">
                <a:solidFill>
                  <a:srgbClr val="660874"/>
                </a:solidFill>
                <a:latin typeface="Arial"/>
                <a:ea typeface="Arial"/>
                <a:cs typeface="Arial"/>
              </a:defRPr>
            </a:lvl7pPr>
            <a:lvl8pPr algn="ctr">
              <a:defRPr sz="1350" b="1">
                <a:solidFill>
                  <a:srgbClr val="660874"/>
                </a:solidFill>
                <a:latin typeface="Arial"/>
                <a:ea typeface="Arial"/>
                <a:cs typeface="Arial"/>
              </a:defRPr>
            </a:lvl8pPr>
            <a:lvl9pPr algn="ctr">
              <a:defRPr sz="1350" b="1">
                <a:solidFill>
                  <a:srgbClr val="660874"/>
                </a:solidFill>
                <a:latin typeface="Arial"/>
                <a:ea typeface="Arial"/>
                <a:cs typeface="Arial"/>
              </a:defRPr>
            </a:lvl9pPr>
          </a:lstStyle>
          <a:p>
            <a:pPr algn="ctr">
              <a:defRPr sz="1350" b="1">
                <a:solidFill>
                  <a:srgbClr val="660874"/>
                </a:solidFill>
                <a:latin typeface="Arial"/>
                <a:ea typeface="Arial"/>
                <a:cs typeface="Arial"/>
              </a:defRPr>
            </a:pPr>
            <a:r>
              <a:rPr sz="1350" b="1">
                <a:solidFill>
                  <a:srgbClr val="660874"/>
                </a:solidFill>
                <a:latin typeface="Arial"/>
                <a:ea typeface="Arial"/>
                <a:cs typeface="Arial"/>
              </a:rPr>
              <a:t>Turn</a:t>
            </a:r>
          </a:p>
        </p:txBody>
      </p:sp>
      <p:sp>
        <p:nvSpPr>
          <p:cNvPr id="15" name="0">
            <a:extLst>
              <a:ext uri="{FF2B5EF4-FFF2-40B4-BE49-F238E27FC236}">
                <a16:creationId xmlns:a16="http://schemas.microsoft.com/office/drawing/2014/main" id="{5CE80AD6-CEF4-463E-BB0F-D92C37FC5187}"/>
              </a:ext>
            </a:extLst>
          </p:cNvPr>
          <p:cNvSpPr>
            <a:spLocks noGrp="1"/>
          </p:cNvSpPr>
          <p:nvPr/>
        </p:nvSpPr>
        <p:spPr>
          <a:xfrm>
            <a:off x="1485900" y="4000500"/>
            <a:ext cx="476250" cy="228600"/>
          </a:xfrm>
          <a:prstGeom prst="rect">
            <a:avLst/>
          </a:prstGeom>
          <a:noFill/>
          <a:ln w="0">
            <a:noFill/>
          </a:ln>
        </p:spPr>
        <p:txBody>
          <a:bodyPr wrap="square" lIns="0" tIns="0" rIns="0" bIns="0" anchor="ctr"/>
          <a:lstStyle>
            <a:defPPr algn="ctr">
              <a:defRPr sz="1275" b="0">
                <a:solidFill>
                  <a:srgbClr val="555555"/>
                </a:solidFill>
                <a:latin typeface="Arial"/>
                <a:ea typeface="Arial"/>
                <a:cs typeface="Arial"/>
              </a:defRPr>
            </a:defPPr>
            <a:lvl1pPr algn="ctr">
              <a:defRPr sz="1275" b="0">
                <a:solidFill>
                  <a:srgbClr val="555555"/>
                </a:solidFill>
                <a:latin typeface="Arial"/>
                <a:ea typeface="Arial"/>
                <a:cs typeface="Arial"/>
              </a:defRPr>
            </a:lvl1pPr>
            <a:lvl2pPr algn="ctr">
              <a:defRPr sz="1275" b="0">
                <a:solidFill>
                  <a:srgbClr val="555555"/>
                </a:solidFill>
                <a:latin typeface="Arial"/>
                <a:ea typeface="Arial"/>
                <a:cs typeface="Arial"/>
              </a:defRPr>
            </a:lvl2pPr>
            <a:lvl3pPr algn="ctr">
              <a:defRPr sz="1275" b="0">
                <a:solidFill>
                  <a:srgbClr val="555555"/>
                </a:solidFill>
                <a:latin typeface="Arial"/>
                <a:ea typeface="Arial"/>
                <a:cs typeface="Arial"/>
              </a:defRPr>
            </a:lvl3pPr>
            <a:lvl4pPr algn="ctr">
              <a:defRPr sz="1275" b="0">
                <a:solidFill>
                  <a:srgbClr val="555555"/>
                </a:solidFill>
                <a:latin typeface="Arial"/>
                <a:ea typeface="Arial"/>
                <a:cs typeface="Arial"/>
              </a:defRPr>
            </a:lvl4pPr>
            <a:lvl5pPr algn="ctr">
              <a:defRPr sz="1275" b="0">
                <a:solidFill>
                  <a:srgbClr val="555555"/>
                </a:solidFill>
                <a:latin typeface="Arial"/>
                <a:ea typeface="Arial"/>
                <a:cs typeface="Arial"/>
              </a:defRPr>
            </a:lvl5pPr>
            <a:lvl6pPr algn="ctr">
              <a:defRPr sz="1275" b="0">
                <a:solidFill>
                  <a:srgbClr val="555555"/>
                </a:solidFill>
                <a:latin typeface="Arial"/>
                <a:ea typeface="Arial"/>
                <a:cs typeface="Arial"/>
              </a:defRPr>
            </a:lvl6pPr>
            <a:lvl7pPr algn="ctr">
              <a:defRPr sz="1275" b="0">
                <a:solidFill>
                  <a:srgbClr val="555555"/>
                </a:solidFill>
                <a:latin typeface="Arial"/>
                <a:ea typeface="Arial"/>
                <a:cs typeface="Arial"/>
              </a:defRPr>
            </a:lvl7pPr>
            <a:lvl8pPr algn="ctr">
              <a:defRPr sz="1275" b="0">
                <a:solidFill>
                  <a:srgbClr val="555555"/>
                </a:solidFill>
                <a:latin typeface="Arial"/>
                <a:ea typeface="Arial"/>
                <a:cs typeface="Arial"/>
              </a:defRPr>
            </a:lvl8pPr>
            <a:lvl9pPr algn="ctr">
              <a:defRPr sz="1275" b="0">
                <a:solidFill>
                  <a:srgbClr val="555555"/>
                </a:solidFill>
                <a:latin typeface="Arial"/>
                <a:ea typeface="Arial"/>
                <a:cs typeface="Arial"/>
              </a:defRPr>
            </a:lvl9pPr>
          </a:lstStyle>
          <a:p>
            <a:pPr algn="ctr">
              <a:defRPr sz="1275" b="0">
                <a:solidFill>
                  <a:srgbClr val="555555"/>
                </a:solidFill>
                <a:latin typeface="Arial"/>
                <a:ea typeface="Arial"/>
                <a:cs typeface="Arial"/>
              </a:defRPr>
            </a:pPr>
            <a:r>
              <a:rPr sz="1275" b="0">
                <a:solidFill>
                  <a:srgbClr val="555555"/>
                </a:solidFill>
                <a:latin typeface="Arial"/>
                <a:ea typeface="Arial"/>
                <a:cs typeface="Arial"/>
              </a:rPr>
              <a:t>0</a:t>
            </a:r>
          </a:p>
        </p:txBody>
      </p:sp>
      <p:sp>
        <p:nvSpPr>
          <p:cNvPr id="16" name="150">
            <a:extLst>
              <a:ext uri="{FF2B5EF4-FFF2-40B4-BE49-F238E27FC236}">
                <a16:creationId xmlns:a16="http://schemas.microsoft.com/office/drawing/2014/main" id="{90770169-AC92-4F13-AE26-1D2AA9D5E813}"/>
              </a:ext>
            </a:extLst>
          </p:cNvPr>
          <p:cNvSpPr>
            <a:spLocks noGrp="1"/>
          </p:cNvSpPr>
          <p:nvPr/>
        </p:nvSpPr>
        <p:spPr>
          <a:xfrm>
            <a:off x="2707857" y="4000500"/>
            <a:ext cx="476250" cy="228600"/>
          </a:xfrm>
          <a:prstGeom prst="rect">
            <a:avLst/>
          </a:prstGeom>
          <a:noFill/>
          <a:ln w="0">
            <a:noFill/>
          </a:ln>
        </p:spPr>
        <p:txBody>
          <a:bodyPr wrap="square" lIns="0" tIns="0" rIns="0" bIns="0" anchor="ctr"/>
          <a:lstStyle>
            <a:defPPr algn="ctr">
              <a:defRPr sz="1275" b="0">
                <a:solidFill>
                  <a:srgbClr val="555555"/>
                </a:solidFill>
                <a:latin typeface="Arial"/>
                <a:ea typeface="Arial"/>
                <a:cs typeface="Arial"/>
              </a:defRPr>
            </a:defPPr>
            <a:lvl1pPr algn="ctr">
              <a:defRPr sz="1275" b="0">
                <a:solidFill>
                  <a:srgbClr val="555555"/>
                </a:solidFill>
                <a:latin typeface="Arial"/>
                <a:ea typeface="Arial"/>
                <a:cs typeface="Arial"/>
              </a:defRPr>
            </a:lvl1pPr>
            <a:lvl2pPr algn="ctr">
              <a:defRPr sz="1275" b="0">
                <a:solidFill>
                  <a:srgbClr val="555555"/>
                </a:solidFill>
                <a:latin typeface="Arial"/>
                <a:ea typeface="Arial"/>
                <a:cs typeface="Arial"/>
              </a:defRPr>
            </a:lvl2pPr>
            <a:lvl3pPr algn="ctr">
              <a:defRPr sz="1275" b="0">
                <a:solidFill>
                  <a:srgbClr val="555555"/>
                </a:solidFill>
                <a:latin typeface="Arial"/>
                <a:ea typeface="Arial"/>
                <a:cs typeface="Arial"/>
              </a:defRPr>
            </a:lvl3pPr>
            <a:lvl4pPr algn="ctr">
              <a:defRPr sz="1275" b="0">
                <a:solidFill>
                  <a:srgbClr val="555555"/>
                </a:solidFill>
                <a:latin typeface="Arial"/>
                <a:ea typeface="Arial"/>
                <a:cs typeface="Arial"/>
              </a:defRPr>
            </a:lvl4pPr>
            <a:lvl5pPr algn="ctr">
              <a:defRPr sz="1275" b="0">
                <a:solidFill>
                  <a:srgbClr val="555555"/>
                </a:solidFill>
                <a:latin typeface="Arial"/>
                <a:ea typeface="Arial"/>
                <a:cs typeface="Arial"/>
              </a:defRPr>
            </a:lvl5pPr>
            <a:lvl6pPr algn="ctr">
              <a:defRPr sz="1275" b="0">
                <a:solidFill>
                  <a:srgbClr val="555555"/>
                </a:solidFill>
                <a:latin typeface="Arial"/>
                <a:ea typeface="Arial"/>
                <a:cs typeface="Arial"/>
              </a:defRPr>
            </a:lvl6pPr>
            <a:lvl7pPr algn="ctr">
              <a:defRPr sz="1275" b="0">
                <a:solidFill>
                  <a:srgbClr val="555555"/>
                </a:solidFill>
                <a:latin typeface="Arial"/>
                <a:ea typeface="Arial"/>
                <a:cs typeface="Arial"/>
              </a:defRPr>
            </a:lvl7pPr>
            <a:lvl8pPr algn="ctr">
              <a:defRPr sz="1275" b="0">
                <a:solidFill>
                  <a:srgbClr val="555555"/>
                </a:solidFill>
                <a:latin typeface="Arial"/>
                <a:ea typeface="Arial"/>
                <a:cs typeface="Arial"/>
              </a:defRPr>
            </a:lvl8pPr>
            <a:lvl9pPr algn="ctr">
              <a:defRPr sz="1275" b="0">
                <a:solidFill>
                  <a:srgbClr val="555555"/>
                </a:solidFill>
                <a:latin typeface="Arial"/>
                <a:ea typeface="Arial"/>
                <a:cs typeface="Arial"/>
              </a:defRPr>
            </a:lvl9pPr>
          </a:lstStyle>
          <a:p>
            <a:pPr algn="ctr">
              <a:defRPr sz="1275" b="0">
                <a:solidFill>
                  <a:srgbClr val="555555"/>
                </a:solidFill>
                <a:latin typeface="Arial"/>
                <a:ea typeface="Arial"/>
                <a:cs typeface="Arial"/>
              </a:defRPr>
            </a:pPr>
            <a:r>
              <a:rPr sz="1275" b="0">
                <a:solidFill>
                  <a:srgbClr val="555555"/>
                </a:solidFill>
                <a:latin typeface="Arial"/>
                <a:ea typeface="Arial"/>
                <a:cs typeface="Arial"/>
              </a:rPr>
              <a:t>150</a:t>
            </a:r>
          </a:p>
        </p:txBody>
      </p:sp>
      <p:sp>
        <p:nvSpPr>
          <p:cNvPr id="17" name="300">
            <a:extLst>
              <a:ext uri="{FF2B5EF4-FFF2-40B4-BE49-F238E27FC236}">
                <a16:creationId xmlns:a16="http://schemas.microsoft.com/office/drawing/2014/main" id="{1E036B90-0C74-4C41-89ED-73EF1A5054E4}"/>
              </a:ext>
            </a:extLst>
          </p:cNvPr>
          <p:cNvSpPr>
            <a:spLocks noGrp="1"/>
          </p:cNvSpPr>
          <p:nvPr/>
        </p:nvSpPr>
        <p:spPr>
          <a:xfrm>
            <a:off x="3929814" y="4000500"/>
            <a:ext cx="476250" cy="228600"/>
          </a:xfrm>
          <a:prstGeom prst="rect">
            <a:avLst/>
          </a:prstGeom>
          <a:noFill/>
          <a:ln w="0">
            <a:noFill/>
          </a:ln>
        </p:spPr>
        <p:txBody>
          <a:bodyPr wrap="square" lIns="0" tIns="0" rIns="0" bIns="0" anchor="ctr"/>
          <a:lstStyle>
            <a:defPPr algn="ctr">
              <a:defRPr sz="1275" b="0">
                <a:solidFill>
                  <a:srgbClr val="555555"/>
                </a:solidFill>
                <a:latin typeface="Arial"/>
                <a:ea typeface="Arial"/>
                <a:cs typeface="Arial"/>
              </a:defRPr>
            </a:defPPr>
            <a:lvl1pPr algn="ctr">
              <a:defRPr sz="1275" b="0">
                <a:solidFill>
                  <a:srgbClr val="555555"/>
                </a:solidFill>
                <a:latin typeface="Arial"/>
                <a:ea typeface="Arial"/>
                <a:cs typeface="Arial"/>
              </a:defRPr>
            </a:lvl1pPr>
            <a:lvl2pPr algn="ctr">
              <a:defRPr sz="1275" b="0">
                <a:solidFill>
                  <a:srgbClr val="555555"/>
                </a:solidFill>
                <a:latin typeface="Arial"/>
                <a:ea typeface="Arial"/>
                <a:cs typeface="Arial"/>
              </a:defRPr>
            </a:lvl2pPr>
            <a:lvl3pPr algn="ctr">
              <a:defRPr sz="1275" b="0">
                <a:solidFill>
                  <a:srgbClr val="555555"/>
                </a:solidFill>
                <a:latin typeface="Arial"/>
                <a:ea typeface="Arial"/>
                <a:cs typeface="Arial"/>
              </a:defRPr>
            </a:lvl3pPr>
            <a:lvl4pPr algn="ctr">
              <a:defRPr sz="1275" b="0">
                <a:solidFill>
                  <a:srgbClr val="555555"/>
                </a:solidFill>
                <a:latin typeface="Arial"/>
                <a:ea typeface="Arial"/>
                <a:cs typeface="Arial"/>
              </a:defRPr>
            </a:lvl4pPr>
            <a:lvl5pPr algn="ctr">
              <a:defRPr sz="1275" b="0">
                <a:solidFill>
                  <a:srgbClr val="555555"/>
                </a:solidFill>
                <a:latin typeface="Arial"/>
                <a:ea typeface="Arial"/>
                <a:cs typeface="Arial"/>
              </a:defRPr>
            </a:lvl5pPr>
            <a:lvl6pPr algn="ctr">
              <a:defRPr sz="1275" b="0">
                <a:solidFill>
                  <a:srgbClr val="555555"/>
                </a:solidFill>
                <a:latin typeface="Arial"/>
                <a:ea typeface="Arial"/>
                <a:cs typeface="Arial"/>
              </a:defRPr>
            </a:lvl6pPr>
            <a:lvl7pPr algn="ctr">
              <a:defRPr sz="1275" b="0">
                <a:solidFill>
                  <a:srgbClr val="555555"/>
                </a:solidFill>
                <a:latin typeface="Arial"/>
                <a:ea typeface="Arial"/>
                <a:cs typeface="Arial"/>
              </a:defRPr>
            </a:lvl7pPr>
            <a:lvl8pPr algn="ctr">
              <a:defRPr sz="1275" b="0">
                <a:solidFill>
                  <a:srgbClr val="555555"/>
                </a:solidFill>
                <a:latin typeface="Arial"/>
                <a:ea typeface="Arial"/>
                <a:cs typeface="Arial"/>
              </a:defRPr>
            </a:lvl8pPr>
            <a:lvl9pPr algn="ctr">
              <a:defRPr sz="1275" b="0">
                <a:solidFill>
                  <a:srgbClr val="555555"/>
                </a:solidFill>
                <a:latin typeface="Arial"/>
                <a:ea typeface="Arial"/>
                <a:cs typeface="Arial"/>
              </a:defRPr>
            </a:lvl9pPr>
          </a:lstStyle>
          <a:p>
            <a:pPr algn="ctr">
              <a:defRPr sz="1275" b="0">
                <a:solidFill>
                  <a:srgbClr val="555555"/>
                </a:solidFill>
                <a:latin typeface="Arial"/>
                <a:ea typeface="Arial"/>
                <a:cs typeface="Arial"/>
              </a:defRPr>
            </a:pPr>
            <a:r>
              <a:rPr sz="1275" b="0">
                <a:solidFill>
                  <a:srgbClr val="555555"/>
                </a:solidFill>
                <a:latin typeface="Arial"/>
                <a:ea typeface="Arial"/>
                <a:cs typeface="Arial"/>
              </a:rPr>
              <a:t>300</a:t>
            </a:r>
          </a:p>
        </p:txBody>
      </p:sp>
      <p:sp>
        <p:nvSpPr>
          <p:cNvPr id="18" name="450">
            <a:extLst>
              <a:ext uri="{FF2B5EF4-FFF2-40B4-BE49-F238E27FC236}">
                <a16:creationId xmlns:a16="http://schemas.microsoft.com/office/drawing/2014/main" id="{517DDC12-75C0-405B-82A6-5668B98CA029}"/>
              </a:ext>
            </a:extLst>
          </p:cNvPr>
          <p:cNvSpPr>
            <a:spLocks noGrp="1"/>
          </p:cNvSpPr>
          <p:nvPr/>
        </p:nvSpPr>
        <p:spPr>
          <a:xfrm>
            <a:off x="5151772" y="4000500"/>
            <a:ext cx="476250" cy="228600"/>
          </a:xfrm>
          <a:prstGeom prst="rect">
            <a:avLst/>
          </a:prstGeom>
          <a:noFill/>
          <a:ln w="0">
            <a:noFill/>
          </a:ln>
        </p:spPr>
        <p:txBody>
          <a:bodyPr wrap="square" lIns="0" tIns="0" rIns="0" bIns="0" anchor="ctr"/>
          <a:lstStyle>
            <a:defPPr algn="ctr">
              <a:defRPr sz="1275" b="0">
                <a:solidFill>
                  <a:srgbClr val="555555"/>
                </a:solidFill>
                <a:latin typeface="Arial"/>
                <a:ea typeface="Arial"/>
                <a:cs typeface="Arial"/>
              </a:defRPr>
            </a:defPPr>
            <a:lvl1pPr algn="ctr">
              <a:defRPr sz="1275" b="0">
                <a:solidFill>
                  <a:srgbClr val="555555"/>
                </a:solidFill>
                <a:latin typeface="Arial"/>
                <a:ea typeface="Arial"/>
                <a:cs typeface="Arial"/>
              </a:defRPr>
            </a:lvl1pPr>
            <a:lvl2pPr algn="ctr">
              <a:defRPr sz="1275" b="0">
                <a:solidFill>
                  <a:srgbClr val="555555"/>
                </a:solidFill>
                <a:latin typeface="Arial"/>
                <a:ea typeface="Arial"/>
                <a:cs typeface="Arial"/>
              </a:defRPr>
            </a:lvl2pPr>
            <a:lvl3pPr algn="ctr">
              <a:defRPr sz="1275" b="0">
                <a:solidFill>
                  <a:srgbClr val="555555"/>
                </a:solidFill>
                <a:latin typeface="Arial"/>
                <a:ea typeface="Arial"/>
                <a:cs typeface="Arial"/>
              </a:defRPr>
            </a:lvl3pPr>
            <a:lvl4pPr algn="ctr">
              <a:defRPr sz="1275" b="0">
                <a:solidFill>
                  <a:srgbClr val="555555"/>
                </a:solidFill>
                <a:latin typeface="Arial"/>
                <a:ea typeface="Arial"/>
                <a:cs typeface="Arial"/>
              </a:defRPr>
            </a:lvl4pPr>
            <a:lvl5pPr algn="ctr">
              <a:defRPr sz="1275" b="0">
                <a:solidFill>
                  <a:srgbClr val="555555"/>
                </a:solidFill>
                <a:latin typeface="Arial"/>
                <a:ea typeface="Arial"/>
                <a:cs typeface="Arial"/>
              </a:defRPr>
            </a:lvl5pPr>
            <a:lvl6pPr algn="ctr">
              <a:defRPr sz="1275" b="0">
                <a:solidFill>
                  <a:srgbClr val="555555"/>
                </a:solidFill>
                <a:latin typeface="Arial"/>
                <a:ea typeface="Arial"/>
                <a:cs typeface="Arial"/>
              </a:defRPr>
            </a:lvl6pPr>
            <a:lvl7pPr algn="ctr">
              <a:defRPr sz="1275" b="0">
                <a:solidFill>
                  <a:srgbClr val="555555"/>
                </a:solidFill>
                <a:latin typeface="Arial"/>
                <a:ea typeface="Arial"/>
                <a:cs typeface="Arial"/>
              </a:defRPr>
            </a:lvl7pPr>
            <a:lvl8pPr algn="ctr">
              <a:defRPr sz="1275" b="0">
                <a:solidFill>
                  <a:srgbClr val="555555"/>
                </a:solidFill>
                <a:latin typeface="Arial"/>
                <a:ea typeface="Arial"/>
                <a:cs typeface="Arial"/>
              </a:defRPr>
            </a:lvl8pPr>
            <a:lvl9pPr algn="ctr">
              <a:defRPr sz="1275" b="0">
                <a:solidFill>
                  <a:srgbClr val="555555"/>
                </a:solidFill>
                <a:latin typeface="Arial"/>
                <a:ea typeface="Arial"/>
                <a:cs typeface="Arial"/>
              </a:defRPr>
            </a:lvl9pPr>
          </a:lstStyle>
          <a:p>
            <a:pPr algn="ctr">
              <a:defRPr sz="1275" b="0">
                <a:solidFill>
                  <a:srgbClr val="555555"/>
                </a:solidFill>
                <a:latin typeface="Arial"/>
                <a:ea typeface="Arial"/>
                <a:cs typeface="Arial"/>
              </a:defRPr>
            </a:pPr>
            <a:r>
              <a:rPr sz="1275" b="0">
                <a:solidFill>
                  <a:srgbClr val="555555"/>
                </a:solidFill>
                <a:latin typeface="Arial"/>
                <a:ea typeface="Arial"/>
                <a:cs typeface="Arial"/>
              </a:rPr>
              <a:t>450</a:t>
            </a:r>
          </a:p>
        </p:txBody>
      </p:sp>
      <p:sp>
        <p:nvSpPr>
          <p:cNvPr id="19" name="600">
            <a:extLst>
              <a:ext uri="{FF2B5EF4-FFF2-40B4-BE49-F238E27FC236}">
                <a16:creationId xmlns:a16="http://schemas.microsoft.com/office/drawing/2014/main" id="{888963D5-BA15-43A4-B43F-0D7F11838834}"/>
              </a:ext>
            </a:extLst>
          </p:cNvPr>
          <p:cNvSpPr>
            <a:spLocks noGrp="1"/>
          </p:cNvSpPr>
          <p:nvPr/>
        </p:nvSpPr>
        <p:spPr>
          <a:xfrm>
            <a:off x="6373729" y="4000500"/>
            <a:ext cx="476250" cy="228600"/>
          </a:xfrm>
          <a:prstGeom prst="rect">
            <a:avLst/>
          </a:prstGeom>
          <a:noFill/>
          <a:ln w="0">
            <a:noFill/>
          </a:ln>
        </p:spPr>
        <p:txBody>
          <a:bodyPr wrap="square" lIns="0" tIns="0" rIns="0" bIns="0" anchor="ctr"/>
          <a:lstStyle>
            <a:defPPr algn="ctr">
              <a:defRPr sz="1275" b="0">
                <a:solidFill>
                  <a:srgbClr val="555555"/>
                </a:solidFill>
                <a:latin typeface="Arial"/>
                <a:ea typeface="Arial"/>
                <a:cs typeface="Arial"/>
              </a:defRPr>
            </a:defPPr>
            <a:lvl1pPr algn="ctr">
              <a:defRPr sz="1275" b="0">
                <a:solidFill>
                  <a:srgbClr val="555555"/>
                </a:solidFill>
                <a:latin typeface="Arial"/>
                <a:ea typeface="Arial"/>
                <a:cs typeface="Arial"/>
              </a:defRPr>
            </a:lvl1pPr>
            <a:lvl2pPr algn="ctr">
              <a:defRPr sz="1275" b="0">
                <a:solidFill>
                  <a:srgbClr val="555555"/>
                </a:solidFill>
                <a:latin typeface="Arial"/>
                <a:ea typeface="Arial"/>
                <a:cs typeface="Arial"/>
              </a:defRPr>
            </a:lvl2pPr>
            <a:lvl3pPr algn="ctr">
              <a:defRPr sz="1275" b="0">
                <a:solidFill>
                  <a:srgbClr val="555555"/>
                </a:solidFill>
                <a:latin typeface="Arial"/>
                <a:ea typeface="Arial"/>
                <a:cs typeface="Arial"/>
              </a:defRPr>
            </a:lvl3pPr>
            <a:lvl4pPr algn="ctr">
              <a:defRPr sz="1275" b="0">
                <a:solidFill>
                  <a:srgbClr val="555555"/>
                </a:solidFill>
                <a:latin typeface="Arial"/>
                <a:ea typeface="Arial"/>
                <a:cs typeface="Arial"/>
              </a:defRPr>
            </a:lvl4pPr>
            <a:lvl5pPr algn="ctr">
              <a:defRPr sz="1275" b="0">
                <a:solidFill>
                  <a:srgbClr val="555555"/>
                </a:solidFill>
                <a:latin typeface="Arial"/>
                <a:ea typeface="Arial"/>
                <a:cs typeface="Arial"/>
              </a:defRPr>
            </a:lvl5pPr>
            <a:lvl6pPr algn="ctr">
              <a:defRPr sz="1275" b="0">
                <a:solidFill>
                  <a:srgbClr val="555555"/>
                </a:solidFill>
                <a:latin typeface="Arial"/>
                <a:ea typeface="Arial"/>
                <a:cs typeface="Arial"/>
              </a:defRPr>
            </a:lvl6pPr>
            <a:lvl7pPr algn="ctr">
              <a:defRPr sz="1275" b="0">
                <a:solidFill>
                  <a:srgbClr val="555555"/>
                </a:solidFill>
                <a:latin typeface="Arial"/>
                <a:ea typeface="Arial"/>
                <a:cs typeface="Arial"/>
              </a:defRPr>
            </a:lvl7pPr>
            <a:lvl8pPr algn="ctr">
              <a:defRPr sz="1275" b="0">
                <a:solidFill>
                  <a:srgbClr val="555555"/>
                </a:solidFill>
                <a:latin typeface="Arial"/>
                <a:ea typeface="Arial"/>
                <a:cs typeface="Arial"/>
              </a:defRPr>
            </a:lvl8pPr>
            <a:lvl9pPr algn="ctr">
              <a:defRPr sz="1275" b="0">
                <a:solidFill>
                  <a:srgbClr val="555555"/>
                </a:solidFill>
                <a:latin typeface="Arial"/>
                <a:ea typeface="Arial"/>
                <a:cs typeface="Arial"/>
              </a:defRPr>
            </a:lvl9pPr>
          </a:lstStyle>
          <a:p>
            <a:pPr algn="ctr">
              <a:defRPr sz="1275" b="0">
                <a:solidFill>
                  <a:srgbClr val="555555"/>
                </a:solidFill>
                <a:latin typeface="Arial"/>
                <a:ea typeface="Arial"/>
                <a:cs typeface="Arial"/>
              </a:defRPr>
            </a:pPr>
            <a:r>
              <a:rPr sz="1275" b="0">
                <a:solidFill>
                  <a:srgbClr val="555555"/>
                </a:solidFill>
                <a:latin typeface="Arial"/>
                <a:ea typeface="Arial"/>
                <a:cs typeface="Arial"/>
              </a:rPr>
              <a:t>600</a:t>
            </a:r>
          </a:p>
        </p:txBody>
      </p:sp>
      <p:sp>
        <p:nvSpPr>
          <p:cNvPr id="20" name="750">
            <a:extLst>
              <a:ext uri="{FF2B5EF4-FFF2-40B4-BE49-F238E27FC236}">
                <a16:creationId xmlns:a16="http://schemas.microsoft.com/office/drawing/2014/main" id="{4F0BE353-1709-4B4C-A635-7FACC8C16BBE}"/>
              </a:ext>
            </a:extLst>
          </p:cNvPr>
          <p:cNvSpPr>
            <a:spLocks noGrp="1"/>
          </p:cNvSpPr>
          <p:nvPr/>
        </p:nvSpPr>
        <p:spPr>
          <a:xfrm>
            <a:off x="7595686" y="4000500"/>
            <a:ext cx="476250" cy="228600"/>
          </a:xfrm>
          <a:prstGeom prst="rect">
            <a:avLst/>
          </a:prstGeom>
          <a:noFill/>
          <a:ln w="0">
            <a:noFill/>
          </a:ln>
        </p:spPr>
        <p:txBody>
          <a:bodyPr wrap="square" lIns="0" tIns="0" rIns="0" bIns="0" anchor="ctr"/>
          <a:lstStyle>
            <a:defPPr algn="ctr">
              <a:defRPr sz="1275" b="0">
                <a:solidFill>
                  <a:srgbClr val="555555"/>
                </a:solidFill>
                <a:latin typeface="Arial"/>
                <a:ea typeface="Arial"/>
                <a:cs typeface="Arial"/>
              </a:defRPr>
            </a:defPPr>
            <a:lvl1pPr algn="ctr">
              <a:defRPr sz="1275" b="0">
                <a:solidFill>
                  <a:srgbClr val="555555"/>
                </a:solidFill>
                <a:latin typeface="Arial"/>
                <a:ea typeface="Arial"/>
                <a:cs typeface="Arial"/>
              </a:defRPr>
            </a:lvl1pPr>
            <a:lvl2pPr algn="ctr">
              <a:defRPr sz="1275" b="0">
                <a:solidFill>
                  <a:srgbClr val="555555"/>
                </a:solidFill>
                <a:latin typeface="Arial"/>
                <a:ea typeface="Arial"/>
                <a:cs typeface="Arial"/>
              </a:defRPr>
            </a:lvl2pPr>
            <a:lvl3pPr algn="ctr">
              <a:defRPr sz="1275" b="0">
                <a:solidFill>
                  <a:srgbClr val="555555"/>
                </a:solidFill>
                <a:latin typeface="Arial"/>
                <a:ea typeface="Arial"/>
                <a:cs typeface="Arial"/>
              </a:defRPr>
            </a:lvl3pPr>
            <a:lvl4pPr algn="ctr">
              <a:defRPr sz="1275" b="0">
                <a:solidFill>
                  <a:srgbClr val="555555"/>
                </a:solidFill>
                <a:latin typeface="Arial"/>
                <a:ea typeface="Arial"/>
                <a:cs typeface="Arial"/>
              </a:defRPr>
            </a:lvl4pPr>
            <a:lvl5pPr algn="ctr">
              <a:defRPr sz="1275" b="0">
                <a:solidFill>
                  <a:srgbClr val="555555"/>
                </a:solidFill>
                <a:latin typeface="Arial"/>
                <a:ea typeface="Arial"/>
                <a:cs typeface="Arial"/>
              </a:defRPr>
            </a:lvl5pPr>
            <a:lvl6pPr algn="ctr">
              <a:defRPr sz="1275" b="0">
                <a:solidFill>
                  <a:srgbClr val="555555"/>
                </a:solidFill>
                <a:latin typeface="Arial"/>
                <a:ea typeface="Arial"/>
                <a:cs typeface="Arial"/>
              </a:defRPr>
            </a:lvl6pPr>
            <a:lvl7pPr algn="ctr">
              <a:defRPr sz="1275" b="0">
                <a:solidFill>
                  <a:srgbClr val="555555"/>
                </a:solidFill>
                <a:latin typeface="Arial"/>
                <a:ea typeface="Arial"/>
                <a:cs typeface="Arial"/>
              </a:defRPr>
            </a:lvl7pPr>
            <a:lvl8pPr algn="ctr">
              <a:defRPr sz="1275" b="0">
                <a:solidFill>
                  <a:srgbClr val="555555"/>
                </a:solidFill>
                <a:latin typeface="Arial"/>
                <a:ea typeface="Arial"/>
                <a:cs typeface="Arial"/>
              </a:defRPr>
            </a:lvl8pPr>
            <a:lvl9pPr algn="ctr">
              <a:defRPr sz="1275" b="0">
                <a:solidFill>
                  <a:srgbClr val="555555"/>
                </a:solidFill>
                <a:latin typeface="Arial"/>
                <a:ea typeface="Arial"/>
                <a:cs typeface="Arial"/>
              </a:defRPr>
            </a:lvl9pPr>
          </a:lstStyle>
          <a:p>
            <a:pPr algn="ctr">
              <a:defRPr sz="1275" b="0">
                <a:solidFill>
                  <a:srgbClr val="555555"/>
                </a:solidFill>
                <a:latin typeface="Arial"/>
                <a:ea typeface="Arial"/>
                <a:cs typeface="Arial"/>
              </a:defRPr>
            </a:pPr>
            <a:r>
              <a:rPr sz="1275" b="0">
                <a:solidFill>
                  <a:srgbClr val="555555"/>
                </a:solidFill>
                <a:latin typeface="Arial"/>
                <a:ea typeface="Arial"/>
                <a:cs typeface="Arial"/>
              </a:rPr>
              <a:t>750</a:t>
            </a:r>
          </a:p>
        </p:txBody>
      </p:sp>
      <p:sp>
        <p:nvSpPr>
          <p:cNvPr id="21" name="ms">
            <a:extLst>
              <a:ext uri="{FF2B5EF4-FFF2-40B4-BE49-F238E27FC236}">
                <a16:creationId xmlns:a16="http://schemas.microsoft.com/office/drawing/2014/main" id="{EEEC2444-7F23-4B00-8DB9-F1F247992013}"/>
              </a:ext>
            </a:extLst>
          </p:cNvPr>
          <p:cNvSpPr>
            <a:spLocks noGrp="1"/>
          </p:cNvSpPr>
          <p:nvPr/>
        </p:nvSpPr>
        <p:spPr>
          <a:xfrm>
            <a:off x="8143875" y="4000500"/>
            <a:ext cx="381000" cy="228600"/>
          </a:xfrm>
          <a:prstGeom prst="rect">
            <a:avLst/>
          </a:prstGeom>
          <a:noFill/>
          <a:ln w="0">
            <a:noFill/>
          </a:ln>
        </p:spPr>
        <p:txBody>
          <a:bodyPr wrap="square" lIns="0" tIns="0" rIns="0" bIns="0" anchor="ctr"/>
          <a:lstStyle>
            <a:defPPr algn="l">
              <a:defRPr sz="1275" b="0">
                <a:solidFill>
                  <a:srgbClr val="555555"/>
                </a:solidFill>
                <a:latin typeface="Arial"/>
                <a:ea typeface="Arial"/>
                <a:cs typeface="Arial"/>
              </a:defRPr>
            </a:defPPr>
            <a:lvl1pPr algn="l">
              <a:defRPr sz="1275" b="0">
                <a:solidFill>
                  <a:srgbClr val="555555"/>
                </a:solidFill>
                <a:latin typeface="Arial"/>
                <a:ea typeface="Arial"/>
                <a:cs typeface="Arial"/>
              </a:defRPr>
            </a:lvl1pPr>
            <a:lvl2pPr algn="l">
              <a:defRPr sz="1275" b="0">
                <a:solidFill>
                  <a:srgbClr val="555555"/>
                </a:solidFill>
                <a:latin typeface="Arial"/>
                <a:ea typeface="Arial"/>
                <a:cs typeface="Arial"/>
              </a:defRPr>
            </a:lvl2pPr>
            <a:lvl3pPr algn="l">
              <a:defRPr sz="1275" b="0">
                <a:solidFill>
                  <a:srgbClr val="555555"/>
                </a:solidFill>
                <a:latin typeface="Arial"/>
                <a:ea typeface="Arial"/>
                <a:cs typeface="Arial"/>
              </a:defRPr>
            </a:lvl3pPr>
            <a:lvl4pPr algn="l">
              <a:defRPr sz="1275" b="0">
                <a:solidFill>
                  <a:srgbClr val="555555"/>
                </a:solidFill>
                <a:latin typeface="Arial"/>
                <a:ea typeface="Arial"/>
                <a:cs typeface="Arial"/>
              </a:defRPr>
            </a:lvl4pPr>
            <a:lvl5pPr algn="l">
              <a:defRPr sz="1275" b="0">
                <a:solidFill>
                  <a:srgbClr val="555555"/>
                </a:solidFill>
                <a:latin typeface="Arial"/>
                <a:ea typeface="Arial"/>
                <a:cs typeface="Arial"/>
              </a:defRPr>
            </a:lvl5pPr>
            <a:lvl6pPr algn="l">
              <a:defRPr sz="1275" b="0">
                <a:solidFill>
                  <a:srgbClr val="555555"/>
                </a:solidFill>
                <a:latin typeface="Arial"/>
                <a:ea typeface="Arial"/>
                <a:cs typeface="Arial"/>
              </a:defRPr>
            </a:lvl6pPr>
            <a:lvl7pPr algn="l">
              <a:defRPr sz="1275" b="0">
                <a:solidFill>
                  <a:srgbClr val="555555"/>
                </a:solidFill>
                <a:latin typeface="Arial"/>
                <a:ea typeface="Arial"/>
                <a:cs typeface="Arial"/>
              </a:defRPr>
            </a:lvl7pPr>
            <a:lvl8pPr algn="l">
              <a:defRPr sz="1275" b="0">
                <a:solidFill>
                  <a:srgbClr val="555555"/>
                </a:solidFill>
                <a:latin typeface="Arial"/>
                <a:ea typeface="Arial"/>
                <a:cs typeface="Arial"/>
              </a:defRPr>
            </a:lvl8pPr>
            <a:lvl9pPr algn="l">
              <a:defRPr sz="1275" b="0">
                <a:solidFill>
                  <a:srgbClr val="555555"/>
                </a:solidFill>
                <a:latin typeface="Arial"/>
                <a:ea typeface="Arial"/>
                <a:cs typeface="Arial"/>
              </a:defRPr>
            </a:lvl9pPr>
          </a:lstStyle>
          <a:p>
            <a:pPr algn="l">
              <a:defRPr sz="1275" b="0">
                <a:solidFill>
                  <a:srgbClr val="555555"/>
                </a:solidFill>
                <a:latin typeface="Arial"/>
                <a:ea typeface="Arial"/>
                <a:cs typeface="Arial"/>
              </a:defRPr>
            </a:pPr>
            <a:r>
              <a:rPr sz="1275" b="0">
                <a:solidFill>
                  <a:srgbClr val="555555"/>
                </a:solidFill>
                <a:latin typeface="Arial"/>
                <a:ea typeface="Arial"/>
                <a:cs typeface="Arial"/>
              </a:rPr>
              <a:t>ms</a:t>
            </a:r>
          </a:p>
        </p:txBody>
      </p:sp>
      <p:pic>
        <p:nvPicPr>
          <p:cNvPr id="22" name="Picture 21">
            <a:extLst>
              <a:ext uri="{FF2B5EF4-FFF2-40B4-BE49-F238E27FC236}">
                <a16:creationId xmlns:a16="http://schemas.microsoft.com/office/drawing/2014/main" id="{6E6BB6C6-9CE0-467C-BFF3-5117461406D7}"/>
              </a:ext>
            </a:extLst>
          </p:cNvPr>
          <p:cNvPicPr>
            <a:picLocks noChangeAspect="1"/>
          </p:cNvPicPr>
          <p:nvPr/>
        </p:nvPicPr>
        <p:blipFill>
          <a:blip r:embed="rId4"/>
          <a:stretch/>
        </p:blipFill>
        <p:spPr>
          <a:xfrm>
            <a:off x="8186959" y="2095500"/>
            <a:ext cx="56707" cy="1524000"/>
          </a:xfrm>
          <a:prstGeom prst="rect">
            <a:avLst/>
          </a:prstGeom>
        </p:spPr>
      </p:pic>
      <p:sp>
        <p:nvSpPr>
          <p:cNvPr id="23" name="1">
            <a:extLst>
              <a:ext uri="{FF2B5EF4-FFF2-40B4-BE49-F238E27FC236}">
                <a16:creationId xmlns:a16="http://schemas.microsoft.com/office/drawing/2014/main" id="{92C6EA7E-3ED4-4998-A1C4-421E955D2205}"/>
              </a:ext>
            </a:extLst>
          </p:cNvPr>
          <p:cNvSpPr>
            <a:spLocks noGrp="1"/>
          </p:cNvSpPr>
          <p:nvPr/>
        </p:nvSpPr>
        <p:spPr>
          <a:xfrm>
            <a:off x="8372475" y="2000250"/>
            <a:ext cx="238125" cy="238125"/>
          </a:xfrm>
          <a:prstGeom prst="rect">
            <a:avLst/>
          </a:prstGeom>
          <a:noFill/>
          <a:ln w="0">
            <a:noFill/>
          </a:ln>
        </p:spPr>
        <p:txBody>
          <a:bodyPr wrap="square" lIns="0" tIns="0" rIns="0" bIns="0" anchor="ctr"/>
          <a:lstStyle>
            <a:defPPr algn="l">
              <a:defRPr sz="1275" b="0">
                <a:solidFill>
                  <a:srgbClr val="555555"/>
                </a:solidFill>
                <a:latin typeface="Arial"/>
                <a:ea typeface="Arial"/>
                <a:cs typeface="Arial"/>
              </a:defRPr>
            </a:defPPr>
            <a:lvl1pPr algn="l">
              <a:defRPr sz="1275" b="0">
                <a:solidFill>
                  <a:srgbClr val="555555"/>
                </a:solidFill>
                <a:latin typeface="Arial"/>
                <a:ea typeface="Arial"/>
                <a:cs typeface="Arial"/>
              </a:defRPr>
            </a:lvl1pPr>
            <a:lvl2pPr algn="l">
              <a:defRPr sz="1275" b="0">
                <a:solidFill>
                  <a:srgbClr val="555555"/>
                </a:solidFill>
                <a:latin typeface="Arial"/>
                <a:ea typeface="Arial"/>
                <a:cs typeface="Arial"/>
              </a:defRPr>
            </a:lvl2pPr>
            <a:lvl3pPr algn="l">
              <a:defRPr sz="1275" b="0">
                <a:solidFill>
                  <a:srgbClr val="555555"/>
                </a:solidFill>
                <a:latin typeface="Arial"/>
                <a:ea typeface="Arial"/>
                <a:cs typeface="Arial"/>
              </a:defRPr>
            </a:lvl3pPr>
            <a:lvl4pPr algn="l">
              <a:defRPr sz="1275" b="0">
                <a:solidFill>
                  <a:srgbClr val="555555"/>
                </a:solidFill>
                <a:latin typeface="Arial"/>
                <a:ea typeface="Arial"/>
                <a:cs typeface="Arial"/>
              </a:defRPr>
            </a:lvl4pPr>
            <a:lvl5pPr algn="l">
              <a:defRPr sz="1275" b="0">
                <a:solidFill>
                  <a:srgbClr val="555555"/>
                </a:solidFill>
                <a:latin typeface="Arial"/>
                <a:ea typeface="Arial"/>
                <a:cs typeface="Arial"/>
              </a:defRPr>
            </a:lvl5pPr>
            <a:lvl6pPr algn="l">
              <a:defRPr sz="1275" b="0">
                <a:solidFill>
                  <a:srgbClr val="555555"/>
                </a:solidFill>
                <a:latin typeface="Arial"/>
                <a:ea typeface="Arial"/>
                <a:cs typeface="Arial"/>
              </a:defRPr>
            </a:lvl6pPr>
            <a:lvl7pPr algn="l">
              <a:defRPr sz="1275" b="0">
                <a:solidFill>
                  <a:srgbClr val="555555"/>
                </a:solidFill>
                <a:latin typeface="Arial"/>
                <a:ea typeface="Arial"/>
                <a:cs typeface="Arial"/>
              </a:defRPr>
            </a:lvl7pPr>
            <a:lvl8pPr algn="l">
              <a:defRPr sz="1275" b="0">
                <a:solidFill>
                  <a:srgbClr val="555555"/>
                </a:solidFill>
                <a:latin typeface="Arial"/>
                <a:ea typeface="Arial"/>
                <a:cs typeface="Arial"/>
              </a:defRPr>
            </a:lvl8pPr>
            <a:lvl9pPr algn="l">
              <a:defRPr sz="1275" b="0">
                <a:solidFill>
                  <a:srgbClr val="555555"/>
                </a:solidFill>
                <a:latin typeface="Arial"/>
                <a:ea typeface="Arial"/>
                <a:cs typeface="Arial"/>
              </a:defRPr>
            </a:lvl9pPr>
          </a:lstStyle>
          <a:p>
            <a:pPr algn="l">
              <a:defRPr sz="1275" b="0">
                <a:solidFill>
                  <a:srgbClr val="555555"/>
                </a:solidFill>
                <a:latin typeface="Arial"/>
                <a:ea typeface="Arial"/>
                <a:cs typeface="Arial"/>
              </a:defRPr>
            </a:pPr>
            <a:r>
              <a:rPr sz="1275" b="0">
                <a:solidFill>
                  <a:srgbClr val="555555"/>
                </a:solidFill>
                <a:latin typeface="Arial"/>
                <a:ea typeface="Arial"/>
                <a:cs typeface="Arial"/>
              </a:rPr>
              <a:t>1</a:t>
            </a:r>
          </a:p>
        </p:txBody>
      </p:sp>
      <p:sp>
        <p:nvSpPr>
          <p:cNvPr id="24" name="0">
            <a:extLst>
              <a:ext uri="{FF2B5EF4-FFF2-40B4-BE49-F238E27FC236}">
                <a16:creationId xmlns:a16="http://schemas.microsoft.com/office/drawing/2014/main" id="{9D07160D-475F-4200-A795-2A3445C8E42A}"/>
              </a:ext>
            </a:extLst>
          </p:cNvPr>
          <p:cNvSpPr>
            <a:spLocks noGrp="1"/>
          </p:cNvSpPr>
          <p:nvPr/>
        </p:nvSpPr>
        <p:spPr>
          <a:xfrm>
            <a:off x="8372475" y="3476625"/>
            <a:ext cx="238125" cy="238125"/>
          </a:xfrm>
          <a:prstGeom prst="rect">
            <a:avLst/>
          </a:prstGeom>
          <a:noFill/>
          <a:ln w="0">
            <a:noFill/>
          </a:ln>
        </p:spPr>
        <p:txBody>
          <a:bodyPr wrap="square" lIns="0" tIns="0" rIns="0" bIns="0" anchor="ctr"/>
          <a:lstStyle>
            <a:defPPr algn="l">
              <a:defRPr sz="1275" b="0">
                <a:solidFill>
                  <a:srgbClr val="555555"/>
                </a:solidFill>
                <a:latin typeface="Arial"/>
                <a:ea typeface="Arial"/>
                <a:cs typeface="Arial"/>
              </a:defRPr>
            </a:defPPr>
            <a:lvl1pPr algn="l">
              <a:defRPr sz="1275" b="0">
                <a:solidFill>
                  <a:srgbClr val="555555"/>
                </a:solidFill>
                <a:latin typeface="Arial"/>
                <a:ea typeface="Arial"/>
                <a:cs typeface="Arial"/>
              </a:defRPr>
            </a:lvl1pPr>
            <a:lvl2pPr algn="l">
              <a:defRPr sz="1275" b="0">
                <a:solidFill>
                  <a:srgbClr val="555555"/>
                </a:solidFill>
                <a:latin typeface="Arial"/>
                <a:ea typeface="Arial"/>
                <a:cs typeface="Arial"/>
              </a:defRPr>
            </a:lvl2pPr>
            <a:lvl3pPr algn="l">
              <a:defRPr sz="1275" b="0">
                <a:solidFill>
                  <a:srgbClr val="555555"/>
                </a:solidFill>
                <a:latin typeface="Arial"/>
                <a:ea typeface="Arial"/>
                <a:cs typeface="Arial"/>
              </a:defRPr>
            </a:lvl3pPr>
            <a:lvl4pPr algn="l">
              <a:defRPr sz="1275" b="0">
                <a:solidFill>
                  <a:srgbClr val="555555"/>
                </a:solidFill>
                <a:latin typeface="Arial"/>
                <a:ea typeface="Arial"/>
                <a:cs typeface="Arial"/>
              </a:defRPr>
            </a:lvl4pPr>
            <a:lvl5pPr algn="l">
              <a:defRPr sz="1275" b="0">
                <a:solidFill>
                  <a:srgbClr val="555555"/>
                </a:solidFill>
                <a:latin typeface="Arial"/>
                <a:ea typeface="Arial"/>
                <a:cs typeface="Arial"/>
              </a:defRPr>
            </a:lvl5pPr>
            <a:lvl6pPr algn="l">
              <a:defRPr sz="1275" b="0">
                <a:solidFill>
                  <a:srgbClr val="555555"/>
                </a:solidFill>
                <a:latin typeface="Arial"/>
                <a:ea typeface="Arial"/>
                <a:cs typeface="Arial"/>
              </a:defRPr>
            </a:lvl6pPr>
            <a:lvl7pPr algn="l">
              <a:defRPr sz="1275" b="0">
                <a:solidFill>
                  <a:srgbClr val="555555"/>
                </a:solidFill>
                <a:latin typeface="Arial"/>
                <a:ea typeface="Arial"/>
                <a:cs typeface="Arial"/>
              </a:defRPr>
            </a:lvl7pPr>
            <a:lvl8pPr algn="l">
              <a:defRPr sz="1275" b="0">
                <a:solidFill>
                  <a:srgbClr val="555555"/>
                </a:solidFill>
                <a:latin typeface="Arial"/>
                <a:ea typeface="Arial"/>
                <a:cs typeface="Arial"/>
              </a:defRPr>
            </a:lvl8pPr>
            <a:lvl9pPr algn="l">
              <a:defRPr sz="1275" b="0">
                <a:solidFill>
                  <a:srgbClr val="555555"/>
                </a:solidFill>
                <a:latin typeface="Arial"/>
                <a:ea typeface="Arial"/>
                <a:cs typeface="Arial"/>
              </a:defRPr>
            </a:lvl9pPr>
          </a:lstStyle>
          <a:p>
            <a:pPr algn="l">
              <a:defRPr sz="1275" b="0">
                <a:solidFill>
                  <a:srgbClr val="555555"/>
                </a:solidFill>
                <a:latin typeface="Arial"/>
                <a:ea typeface="Arial"/>
                <a:cs typeface="Arial"/>
              </a:defRPr>
            </a:pPr>
            <a:r>
              <a:rPr sz="1275" b="0">
                <a:solidFill>
                  <a:srgbClr val="555555"/>
                </a:solidFill>
                <a:latin typeface="Arial"/>
                <a:ea typeface="Arial"/>
                <a:cs typeface="Arial"/>
              </a:rPr>
              <a:t>0</a:t>
            </a:r>
          </a:p>
        </p:txBody>
      </p:sp>
      <p:sp>
        <p:nvSpPr>
          <p:cNvPr id="25" name="PCA&#10;intensity">
            <a:extLst>
              <a:ext uri="{FF2B5EF4-FFF2-40B4-BE49-F238E27FC236}">
                <a16:creationId xmlns:a16="http://schemas.microsoft.com/office/drawing/2014/main" id="{FCFC4F4D-7747-46BA-A4C4-592D73BB2100}"/>
              </a:ext>
            </a:extLst>
          </p:cNvPr>
          <p:cNvSpPr>
            <a:spLocks noGrp="1"/>
          </p:cNvSpPr>
          <p:nvPr/>
        </p:nvSpPr>
        <p:spPr>
          <a:xfrm>
            <a:off x="8001000" y="1381125"/>
            <a:ext cx="952500" cy="619125"/>
          </a:xfrm>
          <a:prstGeom prst="rect">
            <a:avLst/>
          </a:prstGeom>
          <a:noFill/>
          <a:ln w="0">
            <a:noFill/>
          </a:ln>
        </p:spPr>
        <p:txBody>
          <a:bodyPr wrap="square" lIns="0" tIns="0" rIns="0" bIns="0" anchor="ctr"/>
          <a:lstStyle>
            <a:defPPr algn="l">
              <a:defRPr sz="1275" b="0">
                <a:solidFill>
                  <a:srgbClr val="555555"/>
                </a:solidFill>
                <a:latin typeface="Arial"/>
                <a:ea typeface="Arial"/>
                <a:cs typeface="Arial"/>
              </a:defRPr>
            </a:defPPr>
            <a:lvl1pPr algn="l">
              <a:defRPr sz="1275" b="0">
                <a:solidFill>
                  <a:srgbClr val="555555"/>
                </a:solidFill>
                <a:latin typeface="Arial"/>
                <a:ea typeface="Arial"/>
                <a:cs typeface="Arial"/>
              </a:defRPr>
            </a:lvl1pPr>
            <a:lvl2pPr algn="l">
              <a:defRPr sz="1275" b="0">
                <a:solidFill>
                  <a:srgbClr val="555555"/>
                </a:solidFill>
                <a:latin typeface="Arial"/>
                <a:ea typeface="Arial"/>
                <a:cs typeface="Arial"/>
              </a:defRPr>
            </a:lvl2pPr>
            <a:lvl3pPr algn="l">
              <a:defRPr sz="1275" b="0">
                <a:solidFill>
                  <a:srgbClr val="555555"/>
                </a:solidFill>
                <a:latin typeface="Arial"/>
                <a:ea typeface="Arial"/>
                <a:cs typeface="Arial"/>
              </a:defRPr>
            </a:lvl3pPr>
            <a:lvl4pPr algn="l">
              <a:defRPr sz="1275" b="0">
                <a:solidFill>
                  <a:srgbClr val="555555"/>
                </a:solidFill>
                <a:latin typeface="Arial"/>
                <a:ea typeface="Arial"/>
                <a:cs typeface="Arial"/>
              </a:defRPr>
            </a:lvl4pPr>
            <a:lvl5pPr algn="l">
              <a:defRPr sz="1275" b="0">
                <a:solidFill>
                  <a:srgbClr val="555555"/>
                </a:solidFill>
                <a:latin typeface="Arial"/>
                <a:ea typeface="Arial"/>
                <a:cs typeface="Arial"/>
              </a:defRPr>
            </a:lvl5pPr>
            <a:lvl6pPr algn="l">
              <a:defRPr sz="1275" b="0">
                <a:solidFill>
                  <a:srgbClr val="555555"/>
                </a:solidFill>
                <a:latin typeface="Arial"/>
                <a:ea typeface="Arial"/>
                <a:cs typeface="Arial"/>
              </a:defRPr>
            </a:lvl6pPr>
            <a:lvl7pPr algn="l">
              <a:defRPr sz="1275" b="0">
                <a:solidFill>
                  <a:srgbClr val="555555"/>
                </a:solidFill>
                <a:latin typeface="Arial"/>
                <a:ea typeface="Arial"/>
                <a:cs typeface="Arial"/>
              </a:defRPr>
            </a:lvl7pPr>
            <a:lvl8pPr algn="l">
              <a:defRPr sz="1275" b="0">
                <a:solidFill>
                  <a:srgbClr val="555555"/>
                </a:solidFill>
                <a:latin typeface="Arial"/>
                <a:ea typeface="Arial"/>
                <a:cs typeface="Arial"/>
              </a:defRPr>
            </a:lvl8pPr>
            <a:lvl9pPr algn="l">
              <a:defRPr sz="1275" b="0">
                <a:solidFill>
                  <a:srgbClr val="555555"/>
                </a:solidFill>
                <a:latin typeface="Arial"/>
                <a:ea typeface="Arial"/>
                <a:cs typeface="Arial"/>
              </a:defRPr>
            </a:lvl9pPr>
          </a:lstStyle>
          <a:p>
            <a:pPr algn="l">
              <a:defRPr sz="1275" b="0">
                <a:solidFill>
                  <a:srgbClr val="555555"/>
                </a:solidFill>
                <a:latin typeface="Arial"/>
                <a:ea typeface="Arial"/>
                <a:cs typeface="Arial"/>
              </a:defRPr>
            </a:pPr>
            <a:r>
              <a:rPr sz="1275" b="0">
                <a:solidFill>
                  <a:srgbClr val="555555"/>
                </a:solidFill>
                <a:latin typeface="Arial"/>
                <a:ea typeface="Arial"/>
                <a:cs typeface="Arial"/>
              </a:rPr>
              <a:t>PCA</a:t>
            </a:r>
          </a:p>
          <a:p>
            <a:pPr algn="l">
              <a:defRPr sz="1275" b="0">
                <a:solidFill>
                  <a:srgbClr val="555555"/>
                </a:solidFill>
                <a:latin typeface="Arial"/>
                <a:ea typeface="Arial"/>
                <a:cs typeface="Arial"/>
              </a:defRPr>
            </a:pPr>
            <a:r>
              <a:rPr sz="1275" b="0">
                <a:solidFill>
                  <a:srgbClr val="555555"/>
                </a:solidFill>
                <a:latin typeface="Arial"/>
                <a:ea typeface="Arial"/>
                <a:cs typeface="Arial"/>
              </a:rPr>
              <a:t>intensity</a:t>
            </a:r>
          </a:p>
        </p:txBody>
      </p:sp>
      <p:sp>
        <p:nvSpPr>
          <p:cNvPr id="26" name="Qualitative latent structure; physiological c">
            <a:extLst>
              <a:ext uri="{FF2B5EF4-FFF2-40B4-BE49-F238E27FC236}">
                <a16:creationId xmlns:a16="http://schemas.microsoft.com/office/drawing/2014/main" id="{1CB3A4E9-2059-412B-A471-D27024844D08}"/>
              </a:ext>
            </a:extLst>
          </p:cNvPr>
          <p:cNvSpPr>
            <a:spLocks noGrp="1"/>
          </p:cNvSpPr>
          <p:nvPr/>
        </p:nvSpPr>
        <p:spPr>
          <a:xfrm>
            <a:off x="457200" y="4362450"/>
            <a:ext cx="8229600" cy="285750"/>
          </a:xfrm>
          <a:prstGeom prst="rect">
            <a:avLst/>
          </a:prstGeom>
          <a:noFill/>
          <a:ln w="0">
            <a:noFill/>
          </a:ln>
        </p:spPr>
        <p:txBody>
          <a:bodyPr wrap="square" lIns="0" tIns="0" rIns="0" bIns="0" anchor="ctr"/>
          <a:lstStyle>
            <a:defPPr algn="ctr">
              <a:defRPr sz="1650" b="1">
                <a:solidFill>
                  <a:srgbClr val="660874"/>
                </a:solidFill>
                <a:latin typeface="Arial"/>
                <a:ea typeface="Arial"/>
                <a:cs typeface="Arial"/>
              </a:defRPr>
            </a:defPPr>
            <a:lvl1pPr algn="ctr">
              <a:defRPr sz="1650" b="1">
                <a:solidFill>
                  <a:srgbClr val="660874"/>
                </a:solidFill>
                <a:latin typeface="Arial"/>
                <a:ea typeface="Arial"/>
                <a:cs typeface="Arial"/>
              </a:defRPr>
            </a:lvl1pPr>
            <a:lvl2pPr algn="ctr">
              <a:defRPr sz="1650" b="1">
                <a:solidFill>
                  <a:srgbClr val="660874"/>
                </a:solidFill>
                <a:latin typeface="Arial"/>
                <a:ea typeface="Arial"/>
                <a:cs typeface="Arial"/>
              </a:defRPr>
            </a:lvl2pPr>
            <a:lvl3pPr algn="ctr">
              <a:defRPr sz="1650" b="1">
                <a:solidFill>
                  <a:srgbClr val="660874"/>
                </a:solidFill>
                <a:latin typeface="Arial"/>
                <a:ea typeface="Arial"/>
                <a:cs typeface="Arial"/>
              </a:defRPr>
            </a:lvl3pPr>
            <a:lvl4pPr algn="ctr">
              <a:defRPr sz="1650" b="1">
                <a:solidFill>
                  <a:srgbClr val="660874"/>
                </a:solidFill>
                <a:latin typeface="Arial"/>
                <a:ea typeface="Arial"/>
                <a:cs typeface="Arial"/>
              </a:defRPr>
            </a:lvl4pPr>
            <a:lvl5pPr algn="ctr">
              <a:defRPr sz="1650" b="1">
                <a:solidFill>
                  <a:srgbClr val="660874"/>
                </a:solidFill>
                <a:latin typeface="Arial"/>
                <a:ea typeface="Arial"/>
                <a:cs typeface="Arial"/>
              </a:defRPr>
            </a:lvl5pPr>
            <a:lvl6pPr algn="ctr">
              <a:defRPr sz="1650" b="1">
                <a:solidFill>
                  <a:srgbClr val="660874"/>
                </a:solidFill>
                <a:latin typeface="Arial"/>
                <a:ea typeface="Arial"/>
                <a:cs typeface="Arial"/>
              </a:defRPr>
            </a:lvl6pPr>
            <a:lvl7pPr algn="ctr">
              <a:defRPr sz="1650" b="1">
                <a:solidFill>
                  <a:srgbClr val="660874"/>
                </a:solidFill>
                <a:latin typeface="Arial"/>
                <a:ea typeface="Arial"/>
                <a:cs typeface="Arial"/>
              </a:defRPr>
            </a:lvl7pPr>
            <a:lvl8pPr algn="ctr">
              <a:defRPr sz="1650" b="1">
                <a:solidFill>
                  <a:srgbClr val="660874"/>
                </a:solidFill>
                <a:latin typeface="Arial"/>
                <a:ea typeface="Arial"/>
                <a:cs typeface="Arial"/>
              </a:defRPr>
            </a:lvl8pPr>
            <a:lvl9pPr algn="ctr">
              <a:defRPr sz="1650" b="1">
                <a:solidFill>
                  <a:srgbClr val="660874"/>
                </a:solidFill>
                <a:latin typeface="Arial"/>
                <a:ea typeface="Arial"/>
                <a:cs typeface="Arial"/>
              </a:defRPr>
            </a:lvl9pPr>
          </a:lstStyle>
          <a:p>
            <a:pPr algn="ctr">
              <a:defRPr sz="1650" b="1">
                <a:solidFill>
                  <a:srgbClr val="660874"/>
                </a:solidFill>
                <a:latin typeface="Arial"/>
                <a:ea typeface="Arial"/>
                <a:cs typeface="Arial"/>
              </a:defRPr>
            </a:pPr>
            <a:r>
              <a:rPr sz="1650" b="1">
                <a:solidFill>
                  <a:srgbClr val="660874"/>
                </a:solidFill>
                <a:latin typeface="Arial"/>
                <a:ea typeface="Arial"/>
                <a:cs typeface="Arial"/>
              </a:rPr>
              <a:t>Qualitative latent structure; physiological correspondence remains untested</a:t>
            </a:r>
          </a:p>
        </p:txBody>
      </p:sp>
      <p:sp>
        <p:nvSpPr>
          <p:cNvPr id="27" name="FlyGM, Fig. 5 • PCA, class grouping and withi">
            <a:extLst>
              <a:ext uri="{FF2B5EF4-FFF2-40B4-BE49-F238E27FC236}">
                <a16:creationId xmlns:a16="http://schemas.microsoft.com/office/drawing/2014/main" id="{F0E52EA6-E105-4FCB-B77F-5906403D3959}"/>
              </a:ext>
            </a:extLst>
          </p:cNvPr>
          <p:cNvSpPr>
            <a:spLocks noGrp="1"/>
          </p:cNvSpPr>
          <p:nvPr/>
        </p:nvSpPr>
        <p:spPr>
          <a:xfrm>
            <a:off x="457200" y="4629150"/>
            <a:ext cx="8096250" cy="228600"/>
          </a:xfrm>
          <a:prstGeom prst="rect">
            <a:avLst/>
          </a:prstGeom>
          <a:noFill/>
          <a:ln w="0">
            <a:noFill/>
          </a:ln>
        </p:spPr>
        <p:txBody>
          <a:bodyPr wrap="square" lIns="0" tIns="0" rIns="0" bIns="0" anchor="ctr"/>
          <a:lstStyle>
            <a:defPPr algn="l">
              <a:defRPr sz="1050" b="0">
                <a:solidFill>
                  <a:srgbClr val="555555"/>
                </a:solidFill>
                <a:latin typeface="Arial"/>
                <a:ea typeface="Arial"/>
                <a:cs typeface="Arial"/>
              </a:defRPr>
            </a:defPPr>
            <a:lvl1pPr algn="l">
              <a:defRPr sz="1050" b="0">
                <a:solidFill>
                  <a:srgbClr val="555555"/>
                </a:solidFill>
                <a:latin typeface="Arial"/>
                <a:ea typeface="Arial"/>
                <a:cs typeface="Arial"/>
              </a:defRPr>
            </a:lvl1pPr>
            <a:lvl2pPr algn="l">
              <a:defRPr sz="1050" b="0">
                <a:solidFill>
                  <a:srgbClr val="555555"/>
                </a:solidFill>
                <a:latin typeface="Arial"/>
                <a:ea typeface="Arial"/>
                <a:cs typeface="Arial"/>
              </a:defRPr>
            </a:lvl2pPr>
            <a:lvl3pPr algn="l">
              <a:defRPr sz="1050" b="0">
                <a:solidFill>
                  <a:srgbClr val="555555"/>
                </a:solidFill>
                <a:latin typeface="Arial"/>
                <a:ea typeface="Arial"/>
                <a:cs typeface="Arial"/>
              </a:defRPr>
            </a:lvl3pPr>
            <a:lvl4pPr algn="l">
              <a:defRPr sz="1050" b="0">
                <a:solidFill>
                  <a:srgbClr val="555555"/>
                </a:solidFill>
                <a:latin typeface="Arial"/>
                <a:ea typeface="Arial"/>
                <a:cs typeface="Arial"/>
              </a:defRPr>
            </a:lvl4pPr>
            <a:lvl5pPr algn="l">
              <a:defRPr sz="1050" b="0">
                <a:solidFill>
                  <a:srgbClr val="555555"/>
                </a:solidFill>
                <a:latin typeface="Arial"/>
                <a:ea typeface="Arial"/>
                <a:cs typeface="Arial"/>
              </a:defRPr>
            </a:lvl5pPr>
            <a:lvl6pPr algn="l">
              <a:defRPr sz="1050" b="0">
                <a:solidFill>
                  <a:srgbClr val="555555"/>
                </a:solidFill>
                <a:latin typeface="Arial"/>
                <a:ea typeface="Arial"/>
                <a:cs typeface="Arial"/>
              </a:defRPr>
            </a:lvl6pPr>
            <a:lvl7pPr algn="l">
              <a:defRPr sz="1050" b="0">
                <a:solidFill>
                  <a:srgbClr val="555555"/>
                </a:solidFill>
                <a:latin typeface="Arial"/>
                <a:ea typeface="Arial"/>
                <a:cs typeface="Arial"/>
              </a:defRPr>
            </a:lvl7pPr>
            <a:lvl8pPr algn="l">
              <a:defRPr sz="1050" b="0">
                <a:solidFill>
                  <a:srgbClr val="555555"/>
                </a:solidFill>
                <a:latin typeface="Arial"/>
                <a:ea typeface="Arial"/>
                <a:cs typeface="Arial"/>
              </a:defRPr>
            </a:lvl8pPr>
            <a:lvl9pPr algn="l">
              <a:defRPr sz="1050" b="0">
                <a:solidFill>
                  <a:srgbClr val="555555"/>
                </a:solidFill>
                <a:latin typeface="Arial"/>
                <a:ea typeface="Arial"/>
                <a:cs typeface="Arial"/>
              </a:defRPr>
            </a:lvl9pPr>
          </a:lstStyle>
          <a:p>
            <a:pPr algn="l">
              <a:defRPr sz="1050" b="0">
                <a:solidFill>
                  <a:srgbClr val="555555"/>
                </a:solidFill>
                <a:latin typeface="Arial"/>
                <a:ea typeface="Arial"/>
                <a:cs typeface="Arial"/>
              </a:defRPr>
            </a:pPr>
            <a:r>
              <a:rPr sz="1050" b="0">
                <a:solidFill>
                  <a:srgbClr val="555555"/>
                </a:solidFill>
                <a:latin typeface="Arial"/>
                <a:ea typeface="Arial"/>
                <a:cs typeface="Arial"/>
              </a:rPr>
              <a:t>FlyGM, Fig. 5 • PCA, class grouping and within-class ordering</a:t>
            </a:r>
          </a:p>
        </p:txBody>
      </p:sp>
    </p:spTree>
    <p:extLst>
      <p:ext uri="{BB962C8B-B14F-4D97-AF65-F5344CB8AC3E}">
        <p14:creationId xmlns:p14="http://schemas.microsoft.com/office/powerpoint/2010/main" val="1526145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le CNS opens a route to brain-and-cord mode">
            <a:extLst>
              <a:ext uri="{FF2B5EF4-FFF2-40B4-BE49-F238E27FC236}">
                <a16:creationId xmlns:a16="http://schemas.microsoft.com/office/drawing/2014/main" id="{FEC311EF-8292-4ED1-A352-7B458F0EBB42}"/>
              </a:ext>
            </a:extLst>
          </p:cNvPr>
          <p:cNvSpPr>
            <a:spLocks noGrp="1"/>
          </p:cNvSpPr>
          <p:nvPr/>
        </p:nvSpPr>
        <p:spPr>
          <a:xfrm>
            <a:off x="381000" y="133350"/>
            <a:ext cx="8382000" cy="552450"/>
          </a:xfrm>
          <a:prstGeom prst="rect">
            <a:avLst/>
          </a:prstGeom>
          <a:noFill/>
          <a:ln w="0">
            <a:noFill/>
          </a:ln>
        </p:spPr>
        <p:txBody>
          <a:bodyPr wrap="square" lIns="0" tIns="0" rIns="0" bIns="0" anchor="ctr"/>
          <a:lstStyle>
            <a:defPPr algn="ctr">
              <a:defRPr sz="2700" b="0">
                <a:solidFill>
                  <a:srgbClr val="660874"/>
                </a:solidFill>
                <a:latin typeface="Arial"/>
                <a:ea typeface="Arial"/>
                <a:cs typeface="Arial"/>
              </a:defRPr>
            </a:defPPr>
            <a:lvl1pPr algn="ctr">
              <a:defRPr sz="2700" b="0">
                <a:solidFill>
                  <a:srgbClr val="660874"/>
                </a:solidFill>
                <a:latin typeface="Arial"/>
                <a:ea typeface="Arial"/>
                <a:cs typeface="Arial"/>
              </a:defRPr>
            </a:lvl1pPr>
            <a:lvl2pPr algn="ctr">
              <a:defRPr sz="2700" b="0">
                <a:solidFill>
                  <a:srgbClr val="660874"/>
                </a:solidFill>
                <a:latin typeface="Arial"/>
                <a:ea typeface="Arial"/>
                <a:cs typeface="Arial"/>
              </a:defRPr>
            </a:lvl2pPr>
            <a:lvl3pPr algn="ctr">
              <a:defRPr sz="2700" b="0">
                <a:solidFill>
                  <a:srgbClr val="660874"/>
                </a:solidFill>
                <a:latin typeface="Arial"/>
                <a:ea typeface="Arial"/>
                <a:cs typeface="Arial"/>
              </a:defRPr>
            </a:lvl3pPr>
            <a:lvl4pPr algn="ctr">
              <a:defRPr sz="2700" b="0">
                <a:solidFill>
                  <a:srgbClr val="660874"/>
                </a:solidFill>
                <a:latin typeface="Arial"/>
                <a:ea typeface="Arial"/>
                <a:cs typeface="Arial"/>
              </a:defRPr>
            </a:lvl4pPr>
            <a:lvl5pPr algn="ctr">
              <a:defRPr sz="2700" b="0">
                <a:solidFill>
                  <a:srgbClr val="660874"/>
                </a:solidFill>
                <a:latin typeface="Arial"/>
                <a:ea typeface="Arial"/>
                <a:cs typeface="Arial"/>
              </a:defRPr>
            </a:lvl5pPr>
            <a:lvl6pPr algn="ctr">
              <a:defRPr sz="2700" b="0">
                <a:solidFill>
                  <a:srgbClr val="660874"/>
                </a:solidFill>
                <a:latin typeface="Arial"/>
                <a:ea typeface="Arial"/>
                <a:cs typeface="Arial"/>
              </a:defRPr>
            </a:lvl6pPr>
            <a:lvl7pPr algn="ctr">
              <a:defRPr sz="2700" b="0">
                <a:solidFill>
                  <a:srgbClr val="660874"/>
                </a:solidFill>
                <a:latin typeface="Arial"/>
                <a:ea typeface="Arial"/>
                <a:cs typeface="Arial"/>
              </a:defRPr>
            </a:lvl7pPr>
            <a:lvl8pPr algn="ctr">
              <a:defRPr sz="2700" b="0">
                <a:solidFill>
                  <a:srgbClr val="660874"/>
                </a:solidFill>
                <a:latin typeface="Arial"/>
                <a:ea typeface="Arial"/>
                <a:cs typeface="Arial"/>
              </a:defRPr>
            </a:lvl8pPr>
            <a:lvl9pPr algn="ctr">
              <a:defRPr sz="2700" b="0">
                <a:solidFill>
                  <a:srgbClr val="660874"/>
                </a:solidFill>
                <a:latin typeface="Arial"/>
                <a:ea typeface="Arial"/>
                <a:cs typeface="Arial"/>
              </a:defRPr>
            </a:lvl9pPr>
          </a:lstStyle>
          <a:p>
            <a:pPr algn="ctr">
              <a:defRPr sz="2700" b="0">
                <a:solidFill>
                  <a:srgbClr val="660874"/>
                </a:solidFill>
                <a:latin typeface="Arial"/>
                <a:ea typeface="Arial"/>
                <a:cs typeface="Arial"/>
              </a:defRPr>
            </a:pPr>
            <a:r>
              <a:rPr sz="2700" b="0">
                <a:solidFill>
                  <a:srgbClr val="660874"/>
                </a:solidFill>
                <a:latin typeface="Arial"/>
                <a:ea typeface="Arial"/>
                <a:cs typeface="Arial"/>
              </a:rPr>
              <a:t>Male CNS opens a route to brain-and-cord models</a:t>
            </a:r>
          </a:p>
        </p:txBody>
      </p:sp>
      <p:sp>
        <p:nvSpPr>
          <p:cNvPr id="2" name="14">
            <a:extLst>
              <a:ext uri="{FF2B5EF4-FFF2-40B4-BE49-F238E27FC236}">
                <a16:creationId xmlns:a16="http://schemas.microsoft.com/office/drawing/2014/main" id="{3C02F4D9-A9A0-44B9-B950-2F9D4ACDDA64}"/>
              </a:ext>
            </a:extLst>
          </p:cNvPr>
          <p:cNvSpPr>
            <a:spLocks noGrp="1"/>
          </p:cNvSpPr>
          <p:nvPr/>
        </p:nvSpPr>
        <p:spPr>
          <a:xfrm>
            <a:off x="8477250" y="4829175"/>
            <a:ext cx="523875" cy="228600"/>
          </a:xfrm>
          <a:prstGeom prst="rect">
            <a:avLst/>
          </a:prstGeom>
          <a:noFill/>
          <a:ln w="0">
            <a:noFill/>
          </a:ln>
        </p:spPr>
        <p:txBody>
          <a:bodyPr wrap="square" lIns="0" tIns="0" rIns="0" bIns="0" anchor="ctr"/>
          <a:lstStyle>
            <a:defPPr algn="l">
              <a:defRPr sz="975" b="0">
                <a:solidFill>
                  <a:srgbClr val="898989"/>
                </a:solidFill>
                <a:latin typeface="Arial"/>
                <a:ea typeface="Arial"/>
                <a:cs typeface="Arial"/>
              </a:defRPr>
            </a:defPPr>
            <a:lvl1pPr algn="l">
              <a:defRPr sz="975" b="0">
                <a:solidFill>
                  <a:srgbClr val="898989"/>
                </a:solidFill>
                <a:latin typeface="Arial"/>
                <a:ea typeface="Arial"/>
                <a:cs typeface="Arial"/>
              </a:defRPr>
            </a:lvl1pPr>
            <a:lvl2pPr algn="l">
              <a:defRPr sz="975" b="0">
                <a:solidFill>
                  <a:srgbClr val="898989"/>
                </a:solidFill>
                <a:latin typeface="Arial"/>
                <a:ea typeface="Arial"/>
                <a:cs typeface="Arial"/>
              </a:defRPr>
            </a:lvl2pPr>
            <a:lvl3pPr algn="l">
              <a:defRPr sz="975" b="0">
                <a:solidFill>
                  <a:srgbClr val="898989"/>
                </a:solidFill>
                <a:latin typeface="Arial"/>
                <a:ea typeface="Arial"/>
                <a:cs typeface="Arial"/>
              </a:defRPr>
            </a:lvl3pPr>
            <a:lvl4pPr algn="l">
              <a:defRPr sz="975" b="0">
                <a:solidFill>
                  <a:srgbClr val="898989"/>
                </a:solidFill>
                <a:latin typeface="Arial"/>
                <a:ea typeface="Arial"/>
                <a:cs typeface="Arial"/>
              </a:defRPr>
            </a:lvl4pPr>
            <a:lvl5pPr algn="l">
              <a:defRPr sz="975" b="0">
                <a:solidFill>
                  <a:srgbClr val="898989"/>
                </a:solidFill>
                <a:latin typeface="Arial"/>
                <a:ea typeface="Arial"/>
                <a:cs typeface="Arial"/>
              </a:defRPr>
            </a:lvl5pPr>
            <a:lvl6pPr algn="l">
              <a:defRPr sz="975" b="0">
                <a:solidFill>
                  <a:srgbClr val="898989"/>
                </a:solidFill>
                <a:latin typeface="Arial"/>
                <a:ea typeface="Arial"/>
                <a:cs typeface="Arial"/>
              </a:defRPr>
            </a:lvl6pPr>
            <a:lvl7pPr algn="l">
              <a:defRPr sz="975" b="0">
                <a:solidFill>
                  <a:srgbClr val="898989"/>
                </a:solidFill>
                <a:latin typeface="Arial"/>
                <a:ea typeface="Arial"/>
                <a:cs typeface="Arial"/>
              </a:defRPr>
            </a:lvl7pPr>
            <a:lvl8pPr algn="l">
              <a:defRPr sz="975" b="0">
                <a:solidFill>
                  <a:srgbClr val="898989"/>
                </a:solidFill>
                <a:latin typeface="Arial"/>
                <a:ea typeface="Arial"/>
                <a:cs typeface="Arial"/>
              </a:defRPr>
            </a:lvl8pPr>
            <a:lvl9pPr algn="l">
              <a:defRPr sz="975" b="0">
                <a:solidFill>
                  <a:srgbClr val="898989"/>
                </a:solidFill>
                <a:latin typeface="Arial"/>
                <a:ea typeface="Arial"/>
                <a:cs typeface="Arial"/>
              </a:defRPr>
            </a:lvl9pPr>
          </a:lstStyle>
          <a:p>
            <a:pPr algn="l">
              <a:defRPr sz="975" b="0">
                <a:solidFill>
                  <a:srgbClr val="898989"/>
                </a:solidFill>
                <a:latin typeface="Arial"/>
                <a:ea typeface="Arial"/>
                <a:cs typeface="Arial"/>
              </a:defRPr>
            </a:pPr>
            <a:r>
              <a:rPr sz="975" b="0">
                <a:solidFill>
                  <a:srgbClr val="898989"/>
                </a:solidFill>
                <a:latin typeface="Arial"/>
                <a:ea typeface="Arial"/>
                <a:cs typeface="Arial"/>
              </a:rPr>
              <a:t>13</a:t>
            </a:r>
          </a:p>
        </p:txBody>
      </p:sp>
      <p:pic>
        <p:nvPicPr>
          <p:cNvPr id="3" name="Picture 2">
            <a:extLst>
              <a:ext uri="{FF2B5EF4-FFF2-40B4-BE49-F238E27FC236}">
                <a16:creationId xmlns:a16="http://schemas.microsoft.com/office/drawing/2014/main" id="{5DBF2143-2CA5-4F9C-B4DE-FBAEEC746687}"/>
              </a:ext>
            </a:extLst>
          </p:cNvPr>
          <p:cNvPicPr>
            <a:picLocks noChangeAspect="1"/>
          </p:cNvPicPr>
          <p:nvPr/>
        </p:nvPicPr>
        <p:blipFill>
          <a:blip r:embed="rId3"/>
          <a:stretch/>
        </p:blipFill>
        <p:spPr>
          <a:xfrm>
            <a:off x="476250" y="1100508"/>
            <a:ext cx="4810125" cy="2704359"/>
          </a:xfrm>
          <a:prstGeom prst="rect">
            <a:avLst/>
          </a:prstGeom>
        </p:spPr>
      </p:pic>
      <p:sp>
        <p:nvSpPr>
          <p:cNvPr id="4" name="Brain + ventral&#10;nerve cord">
            <a:extLst>
              <a:ext uri="{FF2B5EF4-FFF2-40B4-BE49-F238E27FC236}">
                <a16:creationId xmlns:a16="http://schemas.microsoft.com/office/drawing/2014/main" id="{9F2F6AFD-AAE8-47B3-A1C4-BA9192C92D8D}"/>
              </a:ext>
            </a:extLst>
          </p:cNvPr>
          <p:cNvSpPr>
            <a:spLocks noGrp="1"/>
          </p:cNvSpPr>
          <p:nvPr/>
        </p:nvSpPr>
        <p:spPr>
          <a:xfrm>
            <a:off x="5619750" y="1057275"/>
            <a:ext cx="3048000" cy="857250"/>
          </a:xfrm>
          <a:prstGeom prst="rect">
            <a:avLst/>
          </a:prstGeom>
          <a:noFill/>
          <a:ln w="0">
            <a:noFill/>
          </a:ln>
        </p:spPr>
        <p:txBody>
          <a:bodyPr wrap="square" lIns="0" tIns="0" rIns="0" bIns="0" anchor="ctr"/>
          <a:lstStyle>
            <a:defPPr algn="l">
              <a:defRPr sz="2400" b="1">
                <a:solidFill>
                  <a:srgbClr val="660874"/>
                </a:solidFill>
                <a:latin typeface="Arial"/>
                <a:ea typeface="Arial"/>
                <a:cs typeface="Arial"/>
              </a:defRPr>
            </a:defPPr>
            <a:lvl1pPr algn="l">
              <a:defRPr sz="2400" b="1">
                <a:solidFill>
                  <a:srgbClr val="660874"/>
                </a:solidFill>
                <a:latin typeface="Arial"/>
                <a:ea typeface="Arial"/>
                <a:cs typeface="Arial"/>
              </a:defRPr>
            </a:lvl1pPr>
            <a:lvl2pPr algn="l">
              <a:defRPr sz="2400" b="1">
                <a:solidFill>
                  <a:srgbClr val="660874"/>
                </a:solidFill>
                <a:latin typeface="Arial"/>
                <a:ea typeface="Arial"/>
                <a:cs typeface="Arial"/>
              </a:defRPr>
            </a:lvl2pPr>
            <a:lvl3pPr algn="l">
              <a:defRPr sz="2400" b="1">
                <a:solidFill>
                  <a:srgbClr val="660874"/>
                </a:solidFill>
                <a:latin typeface="Arial"/>
                <a:ea typeface="Arial"/>
                <a:cs typeface="Arial"/>
              </a:defRPr>
            </a:lvl3pPr>
            <a:lvl4pPr algn="l">
              <a:defRPr sz="2400" b="1">
                <a:solidFill>
                  <a:srgbClr val="660874"/>
                </a:solidFill>
                <a:latin typeface="Arial"/>
                <a:ea typeface="Arial"/>
                <a:cs typeface="Arial"/>
              </a:defRPr>
            </a:lvl4pPr>
            <a:lvl5pPr algn="l">
              <a:defRPr sz="2400" b="1">
                <a:solidFill>
                  <a:srgbClr val="660874"/>
                </a:solidFill>
                <a:latin typeface="Arial"/>
                <a:ea typeface="Arial"/>
                <a:cs typeface="Arial"/>
              </a:defRPr>
            </a:lvl5pPr>
            <a:lvl6pPr algn="l">
              <a:defRPr sz="2400" b="1">
                <a:solidFill>
                  <a:srgbClr val="660874"/>
                </a:solidFill>
                <a:latin typeface="Arial"/>
                <a:ea typeface="Arial"/>
                <a:cs typeface="Arial"/>
              </a:defRPr>
            </a:lvl6pPr>
            <a:lvl7pPr algn="l">
              <a:defRPr sz="2400" b="1">
                <a:solidFill>
                  <a:srgbClr val="660874"/>
                </a:solidFill>
                <a:latin typeface="Arial"/>
                <a:ea typeface="Arial"/>
                <a:cs typeface="Arial"/>
              </a:defRPr>
            </a:lvl7pPr>
            <a:lvl8pPr algn="l">
              <a:defRPr sz="2400" b="1">
                <a:solidFill>
                  <a:srgbClr val="660874"/>
                </a:solidFill>
                <a:latin typeface="Arial"/>
                <a:ea typeface="Arial"/>
                <a:cs typeface="Arial"/>
              </a:defRPr>
            </a:lvl8pPr>
            <a:lvl9pPr algn="l">
              <a:defRPr sz="2400" b="1">
                <a:solidFill>
                  <a:srgbClr val="660874"/>
                </a:solidFill>
                <a:latin typeface="Arial"/>
                <a:ea typeface="Arial"/>
                <a:cs typeface="Arial"/>
              </a:defRPr>
            </a:lvl9pPr>
          </a:lstStyle>
          <a:p>
            <a:pPr algn="l">
              <a:defRPr sz="2400" b="1">
                <a:solidFill>
                  <a:srgbClr val="660874"/>
                </a:solidFill>
                <a:latin typeface="Arial"/>
                <a:ea typeface="Arial"/>
                <a:cs typeface="Arial"/>
              </a:defRPr>
            </a:pPr>
            <a:r>
              <a:rPr sz="2400" b="1">
                <a:solidFill>
                  <a:srgbClr val="660874"/>
                </a:solidFill>
                <a:latin typeface="Arial"/>
                <a:ea typeface="Arial"/>
                <a:cs typeface="Arial"/>
              </a:rPr>
              <a:t>Brain + ventral</a:t>
            </a:r>
          </a:p>
          <a:p>
            <a:pPr algn="l">
              <a:defRPr sz="2400" b="1">
                <a:solidFill>
                  <a:srgbClr val="660874"/>
                </a:solidFill>
                <a:latin typeface="Arial"/>
                <a:ea typeface="Arial"/>
                <a:cs typeface="Arial"/>
              </a:defRPr>
            </a:pPr>
            <a:r>
              <a:rPr sz="2400" b="1">
                <a:solidFill>
                  <a:srgbClr val="660874"/>
                </a:solidFill>
                <a:latin typeface="Arial"/>
                <a:ea typeface="Arial"/>
                <a:cs typeface="Arial"/>
              </a:rPr>
              <a:t>nerve cord</a:t>
            </a:r>
          </a:p>
        </p:txBody>
      </p:sp>
      <p:sp>
        <p:nvSpPr>
          <p:cNvPr id="5" name="More complete&#10;sensorimotor wiring">
            <a:extLst>
              <a:ext uri="{FF2B5EF4-FFF2-40B4-BE49-F238E27FC236}">
                <a16:creationId xmlns:a16="http://schemas.microsoft.com/office/drawing/2014/main" id="{2D5A64CD-2D2E-45A9-A501-084A7E296708}"/>
              </a:ext>
            </a:extLst>
          </p:cNvPr>
          <p:cNvSpPr>
            <a:spLocks noGrp="1"/>
          </p:cNvSpPr>
          <p:nvPr/>
        </p:nvSpPr>
        <p:spPr>
          <a:xfrm>
            <a:off x="5619750" y="2152650"/>
            <a:ext cx="3048000" cy="857250"/>
          </a:xfrm>
          <a:prstGeom prst="rect">
            <a:avLst/>
          </a:prstGeom>
          <a:noFill/>
          <a:ln w="0">
            <a:noFill/>
          </a:ln>
        </p:spPr>
        <p:txBody>
          <a:bodyPr wrap="square" lIns="0" tIns="0" rIns="0" bIns="0" anchor="ctr"/>
          <a:lstStyle>
            <a:defPPr algn="l">
              <a:defRPr sz="2025" b="0">
                <a:solidFill>
                  <a:srgbClr val="222222"/>
                </a:solidFill>
                <a:latin typeface="Arial"/>
                <a:ea typeface="Arial"/>
                <a:cs typeface="Arial"/>
              </a:defRPr>
            </a:defPPr>
            <a:lvl1pPr algn="l">
              <a:defRPr sz="2025" b="0">
                <a:solidFill>
                  <a:srgbClr val="222222"/>
                </a:solidFill>
                <a:latin typeface="Arial"/>
                <a:ea typeface="Arial"/>
                <a:cs typeface="Arial"/>
              </a:defRPr>
            </a:lvl1pPr>
            <a:lvl2pPr algn="l">
              <a:defRPr sz="2025" b="0">
                <a:solidFill>
                  <a:srgbClr val="222222"/>
                </a:solidFill>
                <a:latin typeface="Arial"/>
                <a:ea typeface="Arial"/>
                <a:cs typeface="Arial"/>
              </a:defRPr>
            </a:lvl2pPr>
            <a:lvl3pPr algn="l">
              <a:defRPr sz="2025" b="0">
                <a:solidFill>
                  <a:srgbClr val="222222"/>
                </a:solidFill>
                <a:latin typeface="Arial"/>
                <a:ea typeface="Arial"/>
                <a:cs typeface="Arial"/>
              </a:defRPr>
            </a:lvl3pPr>
            <a:lvl4pPr algn="l">
              <a:defRPr sz="2025" b="0">
                <a:solidFill>
                  <a:srgbClr val="222222"/>
                </a:solidFill>
                <a:latin typeface="Arial"/>
                <a:ea typeface="Arial"/>
                <a:cs typeface="Arial"/>
              </a:defRPr>
            </a:lvl4pPr>
            <a:lvl5pPr algn="l">
              <a:defRPr sz="2025" b="0">
                <a:solidFill>
                  <a:srgbClr val="222222"/>
                </a:solidFill>
                <a:latin typeface="Arial"/>
                <a:ea typeface="Arial"/>
                <a:cs typeface="Arial"/>
              </a:defRPr>
            </a:lvl5pPr>
            <a:lvl6pPr algn="l">
              <a:defRPr sz="2025" b="0">
                <a:solidFill>
                  <a:srgbClr val="222222"/>
                </a:solidFill>
                <a:latin typeface="Arial"/>
                <a:ea typeface="Arial"/>
                <a:cs typeface="Arial"/>
              </a:defRPr>
            </a:lvl6pPr>
            <a:lvl7pPr algn="l">
              <a:defRPr sz="2025" b="0">
                <a:solidFill>
                  <a:srgbClr val="222222"/>
                </a:solidFill>
                <a:latin typeface="Arial"/>
                <a:ea typeface="Arial"/>
                <a:cs typeface="Arial"/>
              </a:defRPr>
            </a:lvl7pPr>
            <a:lvl8pPr algn="l">
              <a:defRPr sz="2025" b="0">
                <a:solidFill>
                  <a:srgbClr val="222222"/>
                </a:solidFill>
                <a:latin typeface="Arial"/>
                <a:ea typeface="Arial"/>
                <a:cs typeface="Arial"/>
              </a:defRPr>
            </a:lvl8pPr>
            <a:lvl9pPr algn="l">
              <a:defRPr sz="2025" b="0">
                <a:solidFill>
                  <a:srgbClr val="222222"/>
                </a:solidFill>
                <a:latin typeface="Arial"/>
                <a:ea typeface="Arial"/>
                <a:cs typeface="Arial"/>
              </a:defRPr>
            </a:lvl9pPr>
          </a:lstStyle>
          <a:p>
            <a:pPr algn="l">
              <a:defRPr sz="2025" b="0">
                <a:solidFill>
                  <a:srgbClr val="222222"/>
                </a:solidFill>
                <a:latin typeface="Arial"/>
                <a:ea typeface="Arial"/>
                <a:cs typeface="Arial"/>
              </a:defRPr>
            </a:pPr>
            <a:r>
              <a:rPr sz="2025" b="0">
                <a:solidFill>
                  <a:srgbClr val="222222"/>
                </a:solidFill>
                <a:latin typeface="Arial"/>
                <a:ea typeface="Arial"/>
                <a:cs typeface="Arial"/>
              </a:rPr>
              <a:t>More complete</a:t>
            </a:r>
          </a:p>
          <a:p>
            <a:pPr algn="l">
              <a:defRPr sz="2025" b="0">
                <a:solidFill>
                  <a:srgbClr val="222222"/>
                </a:solidFill>
                <a:latin typeface="Arial"/>
                <a:ea typeface="Arial"/>
                <a:cs typeface="Arial"/>
              </a:defRPr>
            </a:pPr>
            <a:r>
              <a:rPr sz="2025" b="0">
                <a:solidFill>
                  <a:srgbClr val="222222"/>
                </a:solidFill>
                <a:latin typeface="Arial"/>
                <a:ea typeface="Arial"/>
                <a:cs typeface="Arial"/>
              </a:rPr>
              <a:t>sensorimotor wiring</a:t>
            </a:r>
          </a:p>
        </p:txBody>
      </p:sp>
      <p:sp>
        <p:nvSpPr>
          <p:cNvPr id="6" name="Next tests: longer sequences, recovery and na">
            <a:extLst>
              <a:ext uri="{FF2B5EF4-FFF2-40B4-BE49-F238E27FC236}">
                <a16:creationId xmlns:a16="http://schemas.microsoft.com/office/drawing/2014/main" id="{3F472D2F-E3C2-47F3-A79F-8C32559AD6F7}"/>
              </a:ext>
            </a:extLst>
          </p:cNvPr>
          <p:cNvSpPr>
            <a:spLocks noGrp="1"/>
          </p:cNvSpPr>
          <p:nvPr/>
        </p:nvSpPr>
        <p:spPr>
          <a:xfrm>
            <a:off x="619125" y="4048125"/>
            <a:ext cx="7905750" cy="381000"/>
          </a:xfrm>
          <a:prstGeom prst="rect">
            <a:avLst/>
          </a:prstGeom>
          <a:noFill/>
          <a:ln w="0">
            <a:noFill/>
          </a:ln>
        </p:spPr>
        <p:txBody>
          <a:bodyPr wrap="square" lIns="0" tIns="0" rIns="0" bIns="0" anchor="ctr"/>
          <a:lstStyle>
            <a:defPPr algn="ctr">
              <a:defRPr sz="2025" b="0">
                <a:solidFill>
                  <a:srgbClr val="222222"/>
                </a:solidFill>
                <a:latin typeface="Arial"/>
                <a:ea typeface="Arial"/>
                <a:cs typeface="Arial"/>
              </a:defRPr>
            </a:defPPr>
            <a:lvl1pPr algn="ctr">
              <a:defRPr sz="2025" b="0">
                <a:solidFill>
                  <a:srgbClr val="222222"/>
                </a:solidFill>
                <a:latin typeface="Arial"/>
                <a:ea typeface="Arial"/>
                <a:cs typeface="Arial"/>
              </a:defRPr>
            </a:lvl1pPr>
            <a:lvl2pPr algn="ctr">
              <a:defRPr sz="2025" b="0">
                <a:solidFill>
                  <a:srgbClr val="222222"/>
                </a:solidFill>
                <a:latin typeface="Arial"/>
                <a:ea typeface="Arial"/>
                <a:cs typeface="Arial"/>
              </a:defRPr>
            </a:lvl2pPr>
            <a:lvl3pPr algn="ctr">
              <a:defRPr sz="2025" b="0">
                <a:solidFill>
                  <a:srgbClr val="222222"/>
                </a:solidFill>
                <a:latin typeface="Arial"/>
                <a:ea typeface="Arial"/>
                <a:cs typeface="Arial"/>
              </a:defRPr>
            </a:lvl3pPr>
            <a:lvl4pPr algn="ctr">
              <a:defRPr sz="2025" b="0">
                <a:solidFill>
                  <a:srgbClr val="222222"/>
                </a:solidFill>
                <a:latin typeface="Arial"/>
                <a:ea typeface="Arial"/>
                <a:cs typeface="Arial"/>
              </a:defRPr>
            </a:lvl4pPr>
            <a:lvl5pPr algn="ctr">
              <a:defRPr sz="2025" b="0">
                <a:solidFill>
                  <a:srgbClr val="222222"/>
                </a:solidFill>
                <a:latin typeface="Arial"/>
                <a:ea typeface="Arial"/>
                <a:cs typeface="Arial"/>
              </a:defRPr>
            </a:lvl5pPr>
            <a:lvl6pPr algn="ctr">
              <a:defRPr sz="2025" b="0">
                <a:solidFill>
                  <a:srgbClr val="222222"/>
                </a:solidFill>
                <a:latin typeface="Arial"/>
                <a:ea typeface="Arial"/>
                <a:cs typeface="Arial"/>
              </a:defRPr>
            </a:lvl6pPr>
            <a:lvl7pPr algn="ctr">
              <a:defRPr sz="2025" b="0">
                <a:solidFill>
                  <a:srgbClr val="222222"/>
                </a:solidFill>
                <a:latin typeface="Arial"/>
                <a:ea typeface="Arial"/>
                <a:cs typeface="Arial"/>
              </a:defRPr>
            </a:lvl7pPr>
            <a:lvl8pPr algn="ctr">
              <a:defRPr sz="2025" b="0">
                <a:solidFill>
                  <a:srgbClr val="222222"/>
                </a:solidFill>
                <a:latin typeface="Arial"/>
                <a:ea typeface="Arial"/>
                <a:cs typeface="Arial"/>
              </a:defRPr>
            </a:lvl8pPr>
            <a:lvl9pPr algn="ctr">
              <a:defRPr sz="2025" b="0">
                <a:solidFill>
                  <a:srgbClr val="222222"/>
                </a:solidFill>
                <a:latin typeface="Arial"/>
                <a:ea typeface="Arial"/>
                <a:cs typeface="Arial"/>
              </a:defRPr>
            </a:lvl9pPr>
          </a:lstStyle>
          <a:p>
            <a:pPr algn="ctr">
              <a:defRPr sz="2025" b="0">
                <a:solidFill>
                  <a:srgbClr val="222222"/>
                </a:solidFill>
                <a:latin typeface="Arial"/>
                <a:ea typeface="Arial"/>
                <a:cs typeface="Arial"/>
              </a:defRPr>
            </a:pPr>
            <a:r>
              <a:rPr sz="2025" b="0">
                <a:solidFill>
                  <a:srgbClr val="222222"/>
                </a:solidFill>
                <a:latin typeface="Arial"/>
                <a:ea typeface="Arial"/>
                <a:cs typeface="Arial"/>
              </a:rPr>
              <a:t>Next tests: longer sequences, recovery and navigation</a:t>
            </a:r>
          </a:p>
        </p:txBody>
      </p:sp>
      <p:sp>
        <p:nvSpPr>
          <p:cNvPr id="7" name="Outlook, not a FlyGM result • Berg et al., Ce">
            <a:extLst>
              <a:ext uri="{FF2B5EF4-FFF2-40B4-BE49-F238E27FC236}">
                <a16:creationId xmlns:a16="http://schemas.microsoft.com/office/drawing/2014/main" id="{DB9F2DCD-904A-498C-9D65-26C4F85695F0}"/>
              </a:ext>
            </a:extLst>
          </p:cNvPr>
          <p:cNvSpPr>
            <a:spLocks noGrp="1"/>
          </p:cNvSpPr>
          <p:nvPr/>
        </p:nvSpPr>
        <p:spPr>
          <a:xfrm>
            <a:off x="457200" y="4629150"/>
            <a:ext cx="8096250" cy="228600"/>
          </a:xfrm>
          <a:prstGeom prst="rect">
            <a:avLst/>
          </a:prstGeom>
          <a:noFill/>
          <a:ln w="0">
            <a:noFill/>
          </a:ln>
        </p:spPr>
        <p:txBody>
          <a:bodyPr wrap="square" lIns="0" tIns="0" rIns="0" bIns="0" anchor="ctr"/>
          <a:lstStyle>
            <a:defPPr algn="l">
              <a:defRPr sz="1050" b="0">
                <a:solidFill>
                  <a:srgbClr val="555555"/>
                </a:solidFill>
                <a:latin typeface="Arial"/>
                <a:ea typeface="Arial"/>
                <a:cs typeface="Arial"/>
              </a:defRPr>
            </a:defPPr>
            <a:lvl1pPr algn="l">
              <a:defRPr sz="1050" b="0">
                <a:solidFill>
                  <a:srgbClr val="555555"/>
                </a:solidFill>
                <a:latin typeface="Arial"/>
                <a:ea typeface="Arial"/>
                <a:cs typeface="Arial"/>
              </a:defRPr>
            </a:lvl1pPr>
            <a:lvl2pPr algn="l">
              <a:defRPr sz="1050" b="0">
                <a:solidFill>
                  <a:srgbClr val="555555"/>
                </a:solidFill>
                <a:latin typeface="Arial"/>
                <a:ea typeface="Arial"/>
                <a:cs typeface="Arial"/>
              </a:defRPr>
            </a:lvl2pPr>
            <a:lvl3pPr algn="l">
              <a:defRPr sz="1050" b="0">
                <a:solidFill>
                  <a:srgbClr val="555555"/>
                </a:solidFill>
                <a:latin typeface="Arial"/>
                <a:ea typeface="Arial"/>
                <a:cs typeface="Arial"/>
              </a:defRPr>
            </a:lvl3pPr>
            <a:lvl4pPr algn="l">
              <a:defRPr sz="1050" b="0">
                <a:solidFill>
                  <a:srgbClr val="555555"/>
                </a:solidFill>
                <a:latin typeface="Arial"/>
                <a:ea typeface="Arial"/>
                <a:cs typeface="Arial"/>
              </a:defRPr>
            </a:lvl4pPr>
            <a:lvl5pPr algn="l">
              <a:defRPr sz="1050" b="0">
                <a:solidFill>
                  <a:srgbClr val="555555"/>
                </a:solidFill>
                <a:latin typeface="Arial"/>
                <a:ea typeface="Arial"/>
                <a:cs typeface="Arial"/>
              </a:defRPr>
            </a:lvl5pPr>
            <a:lvl6pPr algn="l">
              <a:defRPr sz="1050" b="0">
                <a:solidFill>
                  <a:srgbClr val="555555"/>
                </a:solidFill>
                <a:latin typeface="Arial"/>
                <a:ea typeface="Arial"/>
                <a:cs typeface="Arial"/>
              </a:defRPr>
            </a:lvl6pPr>
            <a:lvl7pPr algn="l">
              <a:defRPr sz="1050" b="0">
                <a:solidFill>
                  <a:srgbClr val="555555"/>
                </a:solidFill>
                <a:latin typeface="Arial"/>
                <a:ea typeface="Arial"/>
                <a:cs typeface="Arial"/>
              </a:defRPr>
            </a:lvl7pPr>
            <a:lvl8pPr algn="l">
              <a:defRPr sz="1050" b="0">
                <a:solidFill>
                  <a:srgbClr val="555555"/>
                </a:solidFill>
                <a:latin typeface="Arial"/>
                <a:ea typeface="Arial"/>
                <a:cs typeface="Arial"/>
              </a:defRPr>
            </a:lvl8pPr>
            <a:lvl9pPr algn="l">
              <a:defRPr sz="1050" b="0">
                <a:solidFill>
                  <a:srgbClr val="555555"/>
                </a:solidFill>
                <a:latin typeface="Arial"/>
                <a:ea typeface="Arial"/>
                <a:cs typeface="Arial"/>
              </a:defRPr>
            </a:lvl9pPr>
          </a:lstStyle>
          <a:p>
            <a:pPr algn="l">
              <a:defRPr sz="1050" b="0">
                <a:solidFill>
                  <a:srgbClr val="555555"/>
                </a:solidFill>
                <a:latin typeface="Arial"/>
                <a:ea typeface="Arial"/>
                <a:cs typeface="Arial"/>
              </a:defRPr>
            </a:pPr>
            <a:r>
              <a:rPr sz="1050" b="0">
                <a:solidFill>
                  <a:srgbClr val="555555"/>
                </a:solidFill>
                <a:latin typeface="Arial"/>
                <a:ea typeface="Arial"/>
                <a:cs typeface="Arial"/>
              </a:rPr>
              <a:t>Outlook, not a FlyGM result • Berg et al., Cell (2026); rendering: P. Schlegel / MRC LMB</a:t>
            </a:r>
          </a:p>
        </p:txBody>
      </p:sp>
    </p:spTree>
    <p:extLst>
      <p:ext uri="{BB962C8B-B14F-4D97-AF65-F5344CB8AC3E}">
        <p14:creationId xmlns:p14="http://schemas.microsoft.com/office/powerpoint/2010/main" val="1526145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Whole-brain wiring is a useful policy prior">
            <a:extLst>
              <a:ext uri="{FF2B5EF4-FFF2-40B4-BE49-F238E27FC236}">
                <a16:creationId xmlns:a16="http://schemas.microsoft.com/office/drawing/2014/main" id="{E1ED7495-F949-44BC-AD69-85997942F379}"/>
              </a:ext>
            </a:extLst>
          </p:cNvPr>
          <p:cNvSpPr>
            <a:spLocks noGrp="1"/>
          </p:cNvSpPr>
          <p:nvPr/>
        </p:nvSpPr>
        <p:spPr>
          <a:xfrm>
            <a:off x="381000" y="133350"/>
            <a:ext cx="8382000" cy="552450"/>
          </a:xfrm>
          <a:prstGeom prst="rect">
            <a:avLst/>
          </a:prstGeom>
          <a:noFill/>
          <a:ln w="0">
            <a:noFill/>
          </a:ln>
        </p:spPr>
        <p:txBody>
          <a:bodyPr wrap="square" lIns="0" tIns="0" rIns="0" bIns="0" anchor="ctr"/>
          <a:lstStyle>
            <a:defPPr algn="ctr">
              <a:defRPr sz="2700" b="0">
                <a:solidFill>
                  <a:srgbClr val="660874"/>
                </a:solidFill>
                <a:latin typeface="Arial"/>
                <a:ea typeface="Arial"/>
                <a:cs typeface="Arial"/>
              </a:defRPr>
            </a:defPPr>
            <a:lvl1pPr algn="ctr">
              <a:defRPr sz="2700" b="0">
                <a:solidFill>
                  <a:srgbClr val="660874"/>
                </a:solidFill>
                <a:latin typeface="Arial"/>
                <a:ea typeface="Arial"/>
                <a:cs typeface="Arial"/>
              </a:defRPr>
            </a:lvl1pPr>
            <a:lvl2pPr algn="ctr">
              <a:defRPr sz="2700" b="0">
                <a:solidFill>
                  <a:srgbClr val="660874"/>
                </a:solidFill>
                <a:latin typeface="Arial"/>
                <a:ea typeface="Arial"/>
                <a:cs typeface="Arial"/>
              </a:defRPr>
            </a:lvl2pPr>
            <a:lvl3pPr algn="ctr">
              <a:defRPr sz="2700" b="0">
                <a:solidFill>
                  <a:srgbClr val="660874"/>
                </a:solidFill>
                <a:latin typeface="Arial"/>
                <a:ea typeface="Arial"/>
                <a:cs typeface="Arial"/>
              </a:defRPr>
            </a:lvl3pPr>
            <a:lvl4pPr algn="ctr">
              <a:defRPr sz="2700" b="0">
                <a:solidFill>
                  <a:srgbClr val="660874"/>
                </a:solidFill>
                <a:latin typeface="Arial"/>
                <a:ea typeface="Arial"/>
                <a:cs typeface="Arial"/>
              </a:defRPr>
            </a:lvl4pPr>
            <a:lvl5pPr algn="ctr">
              <a:defRPr sz="2700" b="0">
                <a:solidFill>
                  <a:srgbClr val="660874"/>
                </a:solidFill>
                <a:latin typeface="Arial"/>
                <a:ea typeface="Arial"/>
                <a:cs typeface="Arial"/>
              </a:defRPr>
            </a:lvl5pPr>
            <a:lvl6pPr algn="ctr">
              <a:defRPr sz="2700" b="0">
                <a:solidFill>
                  <a:srgbClr val="660874"/>
                </a:solidFill>
                <a:latin typeface="Arial"/>
                <a:ea typeface="Arial"/>
                <a:cs typeface="Arial"/>
              </a:defRPr>
            </a:lvl6pPr>
            <a:lvl7pPr algn="ctr">
              <a:defRPr sz="2700" b="0">
                <a:solidFill>
                  <a:srgbClr val="660874"/>
                </a:solidFill>
                <a:latin typeface="Arial"/>
                <a:ea typeface="Arial"/>
                <a:cs typeface="Arial"/>
              </a:defRPr>
            </a:lvl7pPr>
            <a:lvl8pPr algn="ctr">
              <a:defRPr sz="2700" b="0">
                <a:solidFill>
                  <a:srgbClr val="660874"/>
                </a:solidFill>
                <a:latin typeface="Arial"/>
                <a:ea typeface="Arial"/>
                <a:cs typeface="Arial"/>
              </a:defRPr>
            </a:lvl8pPr>
            <a:lvl9pPr algn="ctr">
              <a:defRPr sz="2700" b="0">
                <a:solidFill>
                  <a:srgbClr val="660874"/>
                </a:solidFill>
                <a:latin typeface="Arial"/>
                <a:ea typeface="Arial"/>
                <a:cs typeface="Arial"/>
              </a:defRPr>
            </a:lvl9pPr>
          </a:lstStyle>
          <a:p>
            <a:pPr algn="ctr">
              <a:defRPr sz="2700" b="0">
                <a:solidFill>
                  <a:srgbClr val="660874"/>
                </a:solidFill>
                <a:latin typeface="Arial"/>
                <a:ea typeface="Arial"/>
                <a:cs typeface="Arial"/>
              </a:defRPr>
            </a:pPr>
            <a:r>
              <a:rPr sz="2700" b="0">
                <a:solidFill>
                  <a:srgbClr val="660874"/>
                </a:solidFill>
                <a:latin typeface="Arial"/>
                <a:ea typeface="Arial"/>
                <a:cs typeface="Arial"/>
              </a:rPr>
              <a:t>Whole-brain wiring is a useful policy prior</a:t>
            </a:r>
          </a:p>
        </p:txBody>
      </p:sp>
      <p:sp>
        <p:nvSpPr>
          <p:cNvPr id="2" name="15">
            <a:extLst>
              <a:ext uri="{FF2B5EF4-FFF2-40B4-BE49-F238E27FC236}">
                <a16:creationId xmlns:a16="http://schemas.microsoft.com/office/drawing/2014/main" id="{E8135FDA-ABBF-4C1B-B6D9-7C8B8A9137A9}"/>
              </a:ext>
            </a:extLst>
          </p:cNvPr>
          <p:cNvSpPr>
            <a:spLocks noGrp="1"/>
          </p:cNvSpPr>
          <p:nvPr/>
        </p:nvSpPr>
        <p:spPr>
          <a:xfrm>
            <a:off x="8477250" y="4829175"/>
            <a:ext cx="523875" cy="228600"/>
          </a:xfrm>
          <a:prstGeom prst="rect">
            <a:avLst/>
          </a:prstGeom>
          <a:noFill/>
          <a:ln w="0">
            <a:noFill/>
          </a:ln>
        </p:spPr>
        <p:txBody>
          <a:bodyPr wrap="square" lIns="0" tIns="0" rIns="0" bIns="0" anchor="ctr"/>
          <a:lstStyle>
            <a:defPPr algn="l">
              <a:defRPr sz="975" b="0">
                <a:solidFill>
                  <a:srgbClr val="898989"/>
                </a:solidFill>
                <a:latin typeface="Arial"/>
                <a:ea typeface="Arial"/>
                <a:cs typeface="Arial"/>
              </a:defRPr>
            </a:defPPr>
            <a:lvl1pPr algn="l">
              <a:defRPr sz="975" b="0">
                <a:solidFill>
                  <a:srgbClr val="898989"/>
                </a:solidFill>
                <a:latin typeface="Arial"/>
                <a:ea typeface="Arial"/>
                <a:cs typeface="Arial"/>
              </a:defRPr>
            </a:lvl1pPr>
            <a:lvl2pPr algn="l">
              <a:defRPr sz="975" b="0">
                <a:solidFill>
                  <a:srgbClr val="898989"/>
                </a:solidFill>
                <a:latin typeface="Arial"/>
                <a:ea typeface="Arial"/>
                <a:cs typeface="Arial"/>
              </a:defRPr>
            </a:lvl2pPr>
            <a:lvl3pPr algn="l">
              <a:defRPr sz="975" b="0">
                <a:solidFill>
                  <a:srgbClr val="898989"/>
                </a:solidFill>
                <a:latin typeface="Arial"/>
                <a:ea typeface="Arial"/>
                <a:cs typeface="Arial"/>
              </a:defRPr>
            </a:lvl3pPr>
            <a:lvl4pPr algn="l">
              <a:defRPr sz="975" b="0">
                <a:solidFill>
                  <a:srgbClr val="898989"/>
                </a:solidFill>
                <a:latin typeface="Arial"/>
                <a:ea typeface="Arial"/>
                <a:cs typeface="Arial"/>
              </a:defRPr>
            </a:lvl4pPr>
            <a:lvl5pPr algn="l">
              <a:defRPr sz="975" b="0">
                <a:solidFill>
                  <a:srgbClr val="898989"/>
                </a:solidFill>
                <a:latin typeface="Arial"/>
                <a:ea typeface="Arial"/>
                <a:cs typeface="Arial"/>
              </a:defRPr>
            </a:lvl5pPr>
            <a:lvl6pPr algn="l">
              <a:defRPr sz="975" b="0">
                <a:solidFill>
                  <a:srgbClr val="898989"/>
                </a:solidFill>
                <a:latin typeface="Arial"/>
                <a:ea typeface="Arial"/>
                <a:cs typeface="Arial"/>
              </a:defRPr>
            </a:lvl6pPr>
            <a:lvl7pPr algn="l">
              <a:defRPr sz="975" b="0">
                <a:solidFill>
                  <a:srgbClr val="898989"/>
                </a:solidFill>
                <a:latin typeface="Arial"/>
                <a:ea typeface="Arial"/>
                <a:cs typeface="Arial"/>
              </a:defRPr>
            </a:lvl7pPr>
            <a:lvl8pPr algn="l">
              <a:defRPr sz="975" b="0">
                <a:solidFill>
                  <a:srgbClr val="898989"/>
                </a:solidFill>
                <a:latin typeface="Arial"/>
                <a:ea typeface="Arial"/>
                <a:cs typeface="Arial"/>
              </a:defRPr>
            </a:lvl8pPr>
            <a:lvl9pPr algn="l">
              <a:defRPr sz="975" b="0">
                <a:solidFill>
                  <a:srgbClr val="898989"/>
                </a:solidFill>
                <a:latin typeface="Arial"/>
                <a:ea typeface="Arial"/>
                <a:cs typeface="Arial"/>
              </a:defRPr>
            </a:lvl9pPr>
          </a:lstStyle>
          <a:p>
            <a:pPr algn="l">
              <a:defRPr sz="975" b="0">
                <a:solidFill>
                  <a:srgbClr val="898989"/>
                </a:solidFill>
                <a:latin typeface="Arial"/>
                <a:ea typeface="Arial"/>
                <a:cs typeface="Arial"/>
              </a:defRPr>
            </a:pPr>
            <a:r>
              <a:rPr sz="975" b="0">
                <a:solidFill>
                  <a:srgbClr val="898989"/>
                </a:solidFill>
                <a:latin typeface="Arial"/>
                <a:ea typeface="Arial"/>
                <a:cs typeface="Arial"/>
              </a:rPr>
              <a:t>14</a:t>
            </a:r>
          </a:p>
        </p:txBody>
      </p:sp>
      <p:sp>
        <p:nvSpPr>
          <p:cNvPr id="3" name="Connectome as architecture">
            <a:extLst>
              <a:ext uri="{FF2B5EF4-FFF2-40B4-BE49-F238E27FC236}">
                <a16:creationId xmlns:a16="http://schemas.microsoft.com/office/drawing/2014/main" id="{F172ED7F-5262-413C-86E6-33E0E83CD5BB}"/>
              </a:ext>
            </a:extLst>
          </p:cNvPr>
          <p:cNvSpPr>
            <a:spLocks noGrp="1"/>
          </p:cNvSpPr>
          <p:nvPr/>
        </p:nvSpPr>
        <p:spPr>
          <a:xfrm>
            <a:off x="590550" y="1047750"/>
            <a:ext cx="7953375" cy="381000"/>
          </a:xfrm>
          <a:prstGeom prst="rect">
            <a:avLst/>
          </a:prstGeom>
          <a:noFill/>
          <a:ln w="0">
            <a:noFill/>
          </a:ln>
        </p:spPr>
        <p:txBody>
          <a:bodyPr wrap="square" lIns="0" tIns="0" rIns="0" bIns="0" anchor="ctr"/>
          <a:lstStyle>
            <a:defPPr algn="l">
              <a:defRPr sz="2175" b="1">
                <a:solidFill>
                  <a:srgbClr val="660874"/>
                </a:solidFill>
                <a:latin typeface="Arial"/>
                <a:ea typeface="Arial"/>
                <a:cs typeface="Arial"/>
              </a:defRPr>
            </a:defPPr>
            <a:lvl1pPr algn="l">
              <a:defRPr sz="2175" b="1">
                <a:solidFill>
                  <a:srgbClr val="660874"/>
                </a:solidFill>
                <a:latin typeface="Arial"/>
                <a:ea typeface="Arial"/>
                <a:cs typeface="Arial"/>
              </a:defRPr>
            </a:lvl1pPr>
            <a:lvl2pPr algn="l">
              <a:defRPr sz="2175" b="1">
                <a:solidFill>
                  <a:srgbClr val="660874"/>
                </a:solidFill>
                <a:latin typeface="Arial"/>
                <a:ea typeface="Arial"/>
                <a:cs typeface="Arial"/>
              </a:defRPr>
            </a:lvl2pPr>
            <a:lvl3pPr algn="l">
              <a:defRPr sz="2175" b="1">
                <a:solidFill>
                  <a:srgbClr val="660874"/>
                </a:solidFill>
                <a:latin typeface="Arial"/>
                <a:ea typeface="Arial"/>
                <a:cs typeface="Arial"/>
              </a:defRPr>
            </a:lvl3pPr>
            <a:lvl4pPr algn="l">
              <a:defRPr sz="2175" b="1">
                <a:solidFill>
                  <a:srgbClr val="660874"/>
                </a:solidFill>
                <a:latin typeface="Arial"/>
                <a:ea typeface="Arial"/>
                <a:cs typeface="Arial"/>
              </a:defRPr>
            </a:lvl4pPr>
            <a:lvl5pPr algn="l">
              <a:defRPr sz="2175" b="1">
                <a:solidFill>
                  <a:srgbClr val="660874"/>
                </a:solidFill>
                <a:latin typeface="Arial"/>
                <a:ea typeface="Arial"/>
                <a:cs typeface="Arial"/>
              </a:defRPr>
            </a:lvl5pPr>
            <a:lvl6pPr algn="l">
              <a:defRPr sz="2175" b="1">
                <a:solidFill>
                  <a:srgbClr val="660874"/>
                </a:solidFill>
                <a:latin typeface="Arial"/>
                <a:ea typeface="Arial"/>
                <a:cs typeface="Arial"/>
              </a:defRPr>
            </a:lvl6pPr>
            <a:lvl7pPr algn="l">
              <a:defRPr sz="2175" b="1">
                <a:solidFill>
                  <a:srgbClr val="660874"/>
                </a:solidFill>
                <a:latin typeface="Arial"/>
                <a:ea typeface="Arial"/>
                <a:cs typeface="Arial"/>
              </a:defRPr>
            </a:lvl7pPr>
            <a:lvl8pPr algn="l">
              <a:defRPr sz="2175" b="1">
                <a:solidFill>
                  <a:srgbClr val="660874"/>
                </a:solidFill>
                <a:latin typeface="Arial"/>
                <a:ea typeface="Arial"/>
                <a:cs typeface="Arial"/>
              </a:defRPr>
            </a:lvl8pPr>
            <a:lvl9pPr algn="l">
              <a:defRPr sz="2175" b="1">
                <a:solidFill>
                  <a:srgbClr val="660874"/>
                </a:solidFill>
                <a:latin typeface="Arial"/>
                <a:ea typeface="Arial"/>
                <a:cs typeface="Arial"/>
              </a:defRPr>
            </a:lvl9pPr>
          </a:lstStyle>
          <a:p>
            <a:pPr algn="l">
              <a:defRPr sz="2175" b="1">
                <a:solidFill>
                  <a:srgbClr val="660874"/>
                </a:solidFill>
                <a:latin typeface="Arial"/>
                <a:ea typeface="Arial"/>
                <a:cs typeface="Arial"/>
              </a:defRPr>
            </a:pPr>
            <a:r>
              <a:rPr sz="2175" b="1">
                <a:solidFill>
                  <a:srgbClr val="660874"/>
                </a:solidFill>
                <a:latin typeface="Arial"/>
                <a:ea typeface="Arial"/>
                <a:cs typeface="Arial"/>
              </a:rPr>
              <a:t>Connectome as architecture</a:t>
            </a:r>
          </a:p>
        </p:txBody>
      </p:sp>
      <p:sp>
        <p:nvSpPr>
          <p:cNvPr id="4" name="Whole-brain wiring supports learned whole-bod">
            <a:extLst>
              <a:ext uri="{FF2B5EF4-FFF2-40B4-BE49-F238E27FC236}">
                <a16:creationId xmlns:a16="http://schemas.microsoft.com/office/drawing/2014/main" id="{D82BB652-27E0-47B3-874E-C50A4519B0BE}"/>
              </a:ext>
            </a:extLst>
          </p:cNvPr>
          <p:cNvSpPr>
            <a:spLocks noGrp="1"/>
          </p:cNvSpPr>
          <p:nvPr/>
        </p:nvSpPr>
        <p:spPr>
          <a:xfrm>
            <a:off x="590550" y="1552575"/>
            <a:ext cx="7953375" cy="1333500"/>
          </a:xfrm>
          <a:prstGeom prst="rect">
            <a:avLst/>
          </a:prstGeom>
          <a:noFill/>
          <a:ln w="0">
            <a:noFill/>
          </a:ln>
        </p:spPr>
        <p:txBody>
          <a:bodyPr wrap="square" lIns="0" tIns="0" rIns="0" bIns="0" anchor="ctr"/>
          <a:lstStyle>
            <a:defPPr algn="l">
              <a:defRPr sz="2025" b="0">
                <a:solidFill>
                  <a:srgbClr val="222222"/>
                </a:solidFill>
                <a:latin typeface="Arial"/>
                <a:ea typeface="Arial"/>
                <a:cs typeface="Arial"/>
              </a:defRPr>
            </a:defPPr>
            <a:lvl1pPr algn="l">
              <a:defRPr sz="2025" b="0">
                <a:solidFill>
                  <a:srgbClr val="222222"/>
                </a:solidFill>
                <a:latin typeface="Arial"/>
                <a:ea typeface="Arial"/>
                <a:cs typeface="Arial"/>
              </a:defRPr>
            </a:lvl1pPr>
            <a:lvl2pPr algn="l">
              <a:defRPr sz="2025" b="0">
                <a:solidFill>
                  <a:srgbClr val="222222"/>
                </a:solidFill>
                <a:latin typeface="Arial"/>
                <a:ea typeface="Arial"/>
                <a:cs typeface="Arial"/>
              </a:defRPr>
            </a:lvl2pPr>
            <a:lvl3pPr algn="l">
              <a:defRPr sz="2025" b="0">
                <a:solidFill>
                  <a:srgbClr val="222222"/>
                </a:solidFill>
                <a:latin typeface="Arial"/>
                <a:ea typeface="Arial"/>
                <a:cs typeface="Arial"/>
              </a:defRPr>
            </a:lvl3pPr>
            <a:lvl4pPr algn="l">
              <a:defRPr sz="2025" b="0">
                <a:solidFill>
                  <a:srgbClr val="222222"/>
                </a:solidFill>
                <a:latin typeface="Arial"/>
                <a:ea typeface="Arial"/>
                <a:cs typeface="Arial"/>
              </a:defRPr>
            </a:lvl4pPr>
            <a:lvl5pPr algn="l">
              <a:defRPr sz="2025" b="0">
                <a:solidFill>
                  <a:srgbClr val="222222"/>
                </a:solidFill>
                <a:latin typeface="Arial"/>
                <a:ea typeface="Arial"/>
                <a:cs typeface="Arial"/>
              </a:defRPr>
            </a:lvl5pPr>
            <a:lvl6pPr algn="l">
              <a:defRPr sz="2025" b="0">
                <a:solidFill>
                  <a:srgbClr val="222222"/>
                </a:solidFill>
                <a:latin typeface="Arial"/>
                <a:ea typeface="Arial"/>
                <a:cs typeface="Arial"/>
              </a:defRPr>
            </a:lvl6pPr>
            <a:lvl7pPr algn="l">
              <a:defRPr sz="2025" b="0">
                <a:solidFill>
                  <a:srgbClr val="222222"/>
                </a:solidFill>
                <a:latin typeface="Arial"/>
                <a:ea typeface="Arial"/>
                <a:cs typeface="Arial"/>
              </a:defRPr>
            </a:lvl7pPr>
            <a:lvl8pPr algn="l">
              <a:defRPr sz="2025" b="0">
                <a:solidFill>
                  <a:srgbClr val="222222"/>
                </a:solidFill>
                <a:latin typeface="Arial"/>
                <a:ea typeface="Arial"/>
                <a:cs typeface="Arial"/>
              </a:defRPr>
            </a:lvl8pPr>
            <a:lvl9pPr algn="l">
              <a:defRPr sz="2025" b="0">
                <a:solidFill>
                  <a:srgbClr val="222222"/>
                </a:solidFill>
                <a:latin typeface="Arial"/>
                <a:ea typeface="Arial"/>
                <a:cs typeface="Arial"/>
              </a:defRPr>
            </a:lvl9pPr>
          </a:lstStyle>
          <a:p>
            <a:pPr algn="l">
              <a:defRPr sz="2025" b="0">
                <a:solidFill>
                  <a:srgbClr val="222222"/>
                </a:solidFill>
                <a:latin typeface="Arial"/>
                <a:ea typeface="Arial"/>
                <a:cs typeface="Arial"/>
              </a:defRPr>
            </a:pPr>
            <a:r>
              <a:rPr sz="2025" b="0">
                <a:solidFill>
                  <a:srgbClr val="222222"/>
                </a:solidFill>
                <a:latin typeface="Arial"/>
                <a:ea typeface="Arial"/>
                <a:cs typeface="Arial"/>
              </a:rPr>
              <a:t>Whole-brain wiring supports learned whole-body control</a:t>
            </a:r>
          </a:p>
        </p:txBody>
      </p:sp>
      <p:sp>
        <p:nvSpPr>
          <p:cNvPr id="5" name="Structural controls support a useful topology">
            <a:extLst>
              <a:ext uri="{FF2B5EF4-FFF2-40B4-BE49-F238E27FC236}">
                <a16:creationId xmlns:a16="http://schemas.microsoft.com/office/drawing/2014/main" id="{4A94E07D-5DE6-40B3-9F6D-23B175C8BCE6}"/>
              </a:ext>
            </a:extLst>
          </p:cNvPr>
          <p:cNvSpPr>
            <a:spLocks noGrp="1"/>
          </p:cNvSpPr>
          <p:nvPr/>
        </p:nvSpPr>
        <p:spPr>
          <a:xfrm>
            <a:off x="590550" y="2714625"/>
            <a:ext cx="7953375" cy="619125"/>
          </a:xfrm>
          <a:prstGeom prst="rect">
            <a:avLst/>
          </a:prstGeom>
          <a:noFill/>
          <a:ln w="0">
            <a:noFill/>
          </a:ln>
        </p:spPr>
        <p:txBody>
          <a:bodyPr wrap="square" lIns="0" tIns="0" rIns="0" bIns="0" anchor="ctr"/>
          <a:lstStyle>
            <a:defPPr algn="l">
              <a:defRPr sz="2175" b="0">
                <a:solidFill>
                  <a:srgbClr val="222222"/>
                </a:solidFill>
                <a:latin typeface="Arial"/>
                <a:ea typeface="Arial"/>
                <a:cs typeface="Arial"/>
              </a:defRPr>
            </a:defPPr>
            <a:lvl1pPr algn="l">
              <a:defRPr sz="2175" b="0">
                <a:solidFill>
                  <a:srgbClr val="222222"/>
                </a:solidFill>
                <a:latin typeface="Arial"/>
                <a:ea typeface="Arial"/>
                <a:cs typeface="Arial"/>
              </a:defRPr>
            </a:lvl1pPr>
            <a:lvl2pPr algn="l">
              <a:defRPr sz="2175" b="0">
                <a:solidFill>
                  <a:srgbClr val="222222"/>
                </a:solidFill>
                <a:latin typeface="Arial"/>
                <a:ea typeface="Arial"/>
                <a:cs typeface="Arial"/>
              </a:defRPr>
            </a:lvl2pPr>
            <a:lvl3pPr algn="l">
              <a:defRPr sz="2175" b="0">
                <a:solidFill>
                  <a:srgbClr val="222222"/>
                </a:solidFill>
                <a:latin typeface="Arial"/>
                <a:ea typeface="Arial"/>
                <a:cs typeface="Arial"/>
              </a:defRPr>
            </a:lvl3pPr>
            <a:lvl4pPr algn="l">
              <a:defRPr sz="2175" b="0">
                <a:solidFill>
                  <a:srgbClr val="222222"/>
                </a:solidFill>
                <a:latin typeface="Arial"/>
                <a:ea typeface="Arial"/>
                <a:cs typeface="Arial"/>
              </a:defRPr>
            </a:lvl4pPr>
            <a:lvl5pPr algn="l">
              <a:defRPr sz="2175" b="0">
                <a:solidFill>
                  <a:srgbClr val="222222"/>
                </a:solidFill>
                <a:latin typeface="Arial"/>
                <a:ea typeface="Arial"/>
                <a:cs typeface="Arial"/>
              </a:defRPr>
            </a:lvl5pPr>
            <a:lvl6pPr algn="l">
              <a:defRPr sz="2175" b="0">
                <a:solidFill>
                  <a:srgbClr val="222222"/>
                </a:solidFill>
                <a:latin typeface="Arial"/>
                <a:ea typeface="Arial"/>
                <a:cs typeface="Arial"/>
              </a:defRPr>
            </a:lvl6pPr>
            <a:lvl7pPr algn="l">
              <a:defRPr sz="2175" b="0">
                <a:solidFill>
                  <a:srgbClr val="222222"/>
                </a:solidFill>
                <a:latin typeface="Arial"/>
                <a:ea typeface="Arial"/>
                <a:cs typeface="Arial"/>
              </a:defRPr>
            </a:lvl7pPr>
            <a:lvl8pPr algn="l">
              <a:defRPr sz="2175" b="0">
                <a:solidFill>
                  <a:srgbClr val="222222"/>
                </a:solidFill>
                <a:latin typeface="Arial"/>
                <a:ea typeface="Arial"/>
                <a:cs typeface="Arial"/>
              </a:defRPr>
            </a:lvl8pPr>
            <a:lvl9pPr algn="l">
              <a:defRPr sz="2175" b="0">
                <a:solidFill>
                  <a:srgbClr val="222222"/>
                </a:solidFill>
                <a:latin typeface="Arial"/>
                <a:ea typeface="Arial"/>
                <a:cs typeface="Arial"/>
              </a:defRPr>
            </a:lvl9pPr>
          </a:lstStyle>
          <a:p>
            <a:pPr algn="l">
              <a:defRPr sz="2175" b="0">
                <a:solidFill>
                  <a:srgbClr val="222222"/>
                </a:solidFill>
                <a:latin typeface="Arial"/>
                <a:ea typeface="Arial"/>
                <a:cs typeface="Arial"/>
              </a:defRPr>
            </a:pPr>
            <a:r>
              <a:rPr sz="2175" b="0">
                <a:solidFill>
                  <a:srgbClr val="222222"/>
                </a:solidFill>
                <a:latin typeface="Arial"/>
                <a:ea typeface="Arial"/>
                <a:cs typeface="Arial"/>
              </a:rPr>
              <a:t>Structural controls support a useful topology prior</a:t>
            </a:r>
          </a:p>
        </p:txBody>
      </p:sp>
      <p:sp>
        <p:nvSpPr>
          <p:cNvPr id="6" name="Biological fidelity and longer-horizon genera">
            <a:extLst>
              <a:ext uri="{FF2B5EF4-FFF2-40B4-BE49-F238E27FC236}">
                <a16:creationId xmlns:a16="http://schemas.microsoft.com/office/drawing/2014/main" id="{1F372ECE-9718-4A8D-9B2E-95671F78720D}"/>
              </a:ext>
            </a:extLst>
          </p:cNvPr>
          <p:cNvSpPr>
            <a:spLocks noGrp="1"/>
          </p:cNvSpPr>
          <p:nvPr/>
        </p:nvSpPr>
        <p:spPr>
          <a:xfrm>
            <a:off x="590550" y="3476625"/>
            <a:ext cx="7953375" cy="619125"/>
          </a:xfrm>
          <a:prstGeom prst="rect">
            <a:avLst/>
          </a:prstGeom>
          <a:noFill/>
          <a:ln w="0">
            <a:noFill/>
          </a:ln>
        </p:spPr>
        <p:txBody>
          <a:bodyPr wrap="square" lIns="0" tIns="0" rIns="0" bIns="0" anchor="ctr"/>
          <a:lstStyle>
            <a:defPPr algn="l">
              <a:defRPr sz="2100" b="0">
                <a:solidFill>
                  <a:srgbClr val="222222"/>
                </a:solidFill>
                <a:latin typeface="Arial"/>
                <a:ea typeface="Arial"/>
                <a:cs typeface="Arial"/>
              </a:defRPr>
            </a:defPPr>
            <a:lvl1pPr algn="l">
              <a:defRPr sz="2100" b="0">
                <a:solidFill>
                  <a:srgbClr val="222222"/>
                </a:solidFill>
                <a:latin typeface="Arial"/>
                <a:ea typeface="Arial"/>
                <a:cs typeface="Arial"/>
              </a:defRPr>
            </a:lvl1pPr>
            <a:lvl2pPr algn="l">
              <a:defRPr sz="2100" b="0">
                <a:solidFill>
                  <a:srgbClr val="222222"/>
                </a:solidFill>
                <a:latin typeface="Arial"/>
                <a:ea typeface="Arial"/>
                <a:cs typeface="Arial"/>
              </a:defRPr>
            </a:lvl2pPr>
            <a:lvl3pPr algn="l">
              <a:defRPr sz="2100" b="0">
                <a:solidFill>
                  <a:srgbClr val="222222"/>
                </a:solidFill>
                <a:latin typeface="Arial"/>
                <a:ea typeface="Arial"/>
                <a:cs typeface="Arial"/>
              </a:defRPr>
            </a:lvl3pPr>
            <a:lvl4pPr algn="l">
              <a:defRPr sz="2100" b="0">
                <a:solidFill>
                  <a:srgbClr val="222222"/>
                </a:solidFill>
                <a:latin typeface="Arial"/>
                <a:ea typeface="Arial"/>
                <a:cs typeface="Arial"/>
              </a:defRPr>
            </a:lvl4pPr>
            <a:lvl5pPr algn="l">
              <a:defRPr sz="2100" b="0">
                <a:solidFill>
                  <a:srgbClr val="222222"/>
                </a:solidFill>
                <a:latin typeface="Arial"/>
                <a:ea typeface="Arial"/>
                <a:cs typeface="Arial"/>
              </a:defRPr>
            </a:lvl5pPr>
            <a:lvl6pPr algn="l">
              <a:defRPr sz="2100" b="0">
                <a:solidFill>
                  <a:srgbClr val="222222"/>
                </a:solidFill>
                <a:latin typeface="Arial"/>
                <a:ea typeface="Arial"/>
                <a:cs typeface="Arial"/>
              </a:defRPr>
            </a:lvl6pPr>
            <a:lvl7pPr algn="l">
              <a:defRPr sz="2100" b="0">
                <a:solidFill>
                  <a:srgbClr val="222222"/>
                </a:solidFill>
                <a:latin typeface="Arial"/>
                <a:ea typeface="Arial"/>
                <a:cs typeface="Arial"/>
              </a:defRPr>
            </a:lvl7pPr>
            <a:lvl8pPr algn="l">
              <a:defRPr sz="2100" b="0">
                <a:solidFill>
                  <a:srgbClr val="222222"/>
                </a:solidFill>
                <a:latin typeface="Arial"/>
                <a:ea typeface="Arial"/>
                <a:cs typeface="Arial"/>
              </a:defRPr>
            </a:lvl8pPr>
            <a:lvl9pPr algn="l">
              <a:defRPr sz="2100" b="0">
                <a:solidFill>
                  <a:srgbClr val="222222"/>
                </a:solidFill>
                <a:latin typeface="Arial"/>
                <a:ea typeface="Arial"/>
                <a:cs typeface="Arial"/>
              </a:defRPr>
            </a:lvl9pPr>
          </a:lstStyle>
          <a:p>
            <a:pPr algn="l">
              <a:defRPr sz="2100" b="0">
                <a:solidFill>
                  <a:srgbClr val="222222"/>
                </a:solidFill>
                <a:latin typeface="Arial"/>
                <a:ea typeface="Arial"/>
                <a:cs typeface="Arial"/>
              </a:defRPr>
            </a:pPr>
            <a:r>
              <a:rPr sz="2100" b="0">
                <a:solidFill>
                  <a:srgbClr val="222222"/>
                </a:solidFill>
                <a:latin typeface="Arial"/>
                <a:ea typeface="Arial"/>
                <a:cs typeface="Arial"/>
              </a:rPr>
              <a:t>Biological fidelity and longer-horizon generality remain open</a:t>
            </a:r>
          </a:p>
        </p:txBody>
      </p:sp>
      <p:sp>
        <p:nvSpPr>
          <p:cNvPr id="7" name="Code and demos: sites.google.com/view/flygm">
            <a:extLst>
              <a:ext uri="{FF2B5EF4-FFF2-40B4-BE49-F238E27FC236}">
                <a16:creationId xmlns:a16="http://schemas.microsoft.com/office/drawing/2014/main" id="{FCC17436-869A-4BBD-9F00-E4652169D0E6}"/>
              </a:ext>
            </a:extLst>
          </p:cNvPr>
          <p:cNvSpPr>
            <a:spLocks noGrp="1"/>
          </p:cNvSpPr>
          <p:nvPr/>
        </p:nvSpPr>
        <p:spPr>
          <a:xfrm>
            <a:off x="590550" y="4410075"/>
            <a:ext cx="7953375" cy="381000"/>
          </a:xfrm>
          <a:prstGeom prst="rect">
            <a:avLst/>
          </a:prstGeom>
          <a:noFill/>
          <a:ln w="0">
            <a:noFill/>
          </a:ln>
        </p:spPr>
        <p:txBody>
          <a:bodyPr wrap="square" lIns="0" tIns="0" rIns="0" bIns="0" anchor="ctr"/>
          <a:lstStyle>
            <a:defPPr algn="l">
              <a:defRPr sz="1725" b="1">
                <a:solidFill>
                  <a:srgbClr val="660874"/>
                </a:solidFill>
                <a:latin typeface="Arial"/>
                <a:ea typeface="Arial"/>
                <a:cs typeface="Arial"/>
              </a:defRPr>
            </a:defPPr>
            <a:lvl1pPr algn="l">
              <a:defRPr sz="1725" b="1">
                <a:solidFill>
                  <a:srgbClr val="660874"/>
                </a:solidFill>
                <a:latin typeface="Arial"/>
                <a:ea typeface="Arial"/>
                <a:cs typeface="Arial"/>
              </a:defRPr>
            </a:lvl1pPr>
            <a:lvl2pPr algn="l">
              <a:defRPr sz="1725" b="1">
                <a:solidFill>
                  <a:srgbClr val="660874"/>
                </a:solidFill>
                <a:latin typeface="Arial"/>
                <a:ea typeface="Arial"/>
                <a:cs typeface="Arial"/>
              </a:defRPr>
            </a:lvl2pPr>
            <a:lvl3pPr algn="l">
              <a:defRPr sz="1725" b="1">
                <a:solidFill>
                  <a:srgbClr val="660874"/>
                </a:solidFill>
                <a:latin typeface="Arial"/>
                <a:ea typeface="Arial"/>
                <a:cs typeface="Arial"/>
              </a:defRPr>
            </a:lvl3pPr>
            <a:lvl4pPr algn="l">
              <a:defRPr sz="1725" b="1">
                <a:solidFill>
                  <a:srgbClr val="660874"/>
                </a:solidFill>
                <a:latin typeface="Arial"/>
                <a:ea typeface="Arial"/>
                <a:cs typeface="Arial"/>
              </a:defRPr>
            </a:lvl4pPr>
            <a:lvl5pPr algn="l">
              <a:defRPr sz="1725" b="1">
                <a:solidFill>
                  <a:srgbClr val="660874"/>
                </a:solidFill>
                <a:latin typeface="Arial"/>
                <a:ea typeface="Arial"/>
                <a:cs typeface="Arial"/>
              </a:defRPr>
            </a:lvl5pPr>
            <a:lvl6pPr algn="l">
              <a:defRPr sz="1725" b="1">
                <a:solidFill>
                  <a:srgbClr val="660874"/>
                </a:solidFill>
                <a:latin typeface="Arial"/>
                <a:ea typeface="Arial"/>
                <a:cs typeface="Arial"/>
              </a:defRPr>
            </a:lvl6pPr>
            <a:lvl7pPr algn="l">
              <a:defRPr sz="1725" b="1">
                <a:solidFill>
                  <a:srgbClr val="660874"/>
                </a:solidFill>
                <a:latin typeface="Arial"/>
                <a:ea typeface="Arial"/>
                <a:cs typeface="Arial"/>
              </a:defRPr>
            </a:lvl7pPr>
            <a:lvl8pPr algn="l">
              <a:defRPr sz="1725" b="1">
                <a:solidFill>
                  <a:srgbClr val="660874"/>
                </a:solidFill>
                <a:latin typeface="Arial"/>
                <a:ea typeface="Arial"/>
                <a:cs typeface="Arial"/>
              </a:defRPr>
            </a:lvl8pPr>
            <a:lvl9pPr algn="l">
              <a:defRPr sz="1725" b="1">
                <a:solidFill>
                  <a:srgbClr val="660874"/>
                </a:solidFill>
                <a:latin typeface="Arial"/>
                <a:ea typeface="Arial"/>
                <a:cs typeface="Arial"/>
              </a:defRPr>
            </a:lvl9pPr>
          </a:lstStyle>
          <a:p>
            <a:pPr algn="l">
              <a:defRPr sz="1725" b="1">
                <a:solidFill>
                  <a:srgbClr val="660874"/>
                </a:solidFill>
                <a:latin typeface="Arial"/>
                <a:ea typeface="Arial"/>
                <a:cs typeface="Arial"/>
              </a:defRPr>
            </a:pPr>
            <a:r>
              <a:rPr sz="1725" b="1">
                <a:solidFill>
                  <a:srgbClr val="660874"/>
                </a:solidFill>
                <a:latin typeface="Arial"/>
                <a:ea typeface="Arial"/>
                <a:cs typeface="Arial"/>
              </a:rPr>
              <a:t>Code and demos: sites.google.com/view/flygm</a:t>
            </a:r>
          </a:p>
        </p:txBody>
      </p:sp>
    </p:spTree>
    <p:extLst>
      <p:ext uri="{BB962C8B-B14F-4D97-AF65-F5344CB8AC3E}">
        <p14:creationId xmlns:p14="http://schemas.microsoft.com/office/powerpoint/2010/main" val="1526145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ferences and resources">
            <a:extLst>
              <a:ext uri="{FF2B5EF4-FFF2-40B4-BE49-F238E27FC236}">
                <a16:creationId xmlns:a16="http://schemas.microsoft.com/office/drawing/2014/main" id="{7428A6BC-EFD7-4ED2-9617-F549B5B1F407}"/>
              </a:ext>
            </a:extLst>
          </p:cNvPr>
          <p:cNvSpPr>
            <a:spLocks noGrp="1"/>
          </p:cNvSpPr>
          <p:nvPr/>
        </p:nvSpPr>
        <p:spPr>
          <a:xfrm>
            <a:off x="381000" y="133350"/>
            <a:ext cx="8382000" cy="552450"/>
          </a:xfrm>
          <a:prstGeom prst="rect">
            <a:avLst/>
          </a:prstGeom>
          <a:noFill/>
          <a:ln w="0">
            <a:noFill/>
          </a:ln>
        </p:spPr>
        <p:txBody>
          <a:bodyPr wrap="square" lIns="0" tIns="0" rIns="0" bIns="0" anchor="ctr"/>
          <a:lstStyle>
            <a:defPPr algn="ctr">
              <a:defRPr sz="2700" b="0">
                <a:solidFill>
                  <a:srgbClr val="660874"/>
                </a:solidFill>
                <a:latin typeface="Arial"/>
                <a:ea typeface="Arial"/>
                <a:cs typeface="Arial"/>
              </a:defRPr>
            </a:defPPr>
            <a:lvl1pPr algn="ctr">
              <a:defRPr sz="2700" b="0">
                <a:solidFill>
                  <a:srgbClr val="660874"/>
                </a:solidFill>
                <a:latin typeface="Arial"/>
                <a:ea typeface="Arial"/>
                <a:cs typeface="Arial"/>
              </a:defRPr>
            </a:lvl1pPr>
            <a:lvl2pPr algn="ctr">
              <a:defRPr sz="2700" b="0">
                <a:solidFill>
                  <a:srgbClr val="660874"/>
                </a:solidFill>
                <a:latin typeface="Arial"/>
                <a:ea typeface="Arial"/>
                <a:cs typeface="Arial"/>
              </a:defRPr>
            </a:lvl2pPr>
            <a:lvl3pPr algn="ctr">
              <a:defRPr sz="2700" b="0">
                <a:solidFill>
                  <a:srgbClr val="660874"/>
                </a:solidFill>
                <a:latin typeface="Arial"/>
                <a:ea typeface="Arial"/>
                <a:cs typeface="Arial"/>
              </a:defRPr>
            </a:lvl3pPr>
            <a:lvl4pPr algn="ctr">
              <a:defRPr sz="2700" b="0">
                <a:solidFill>
                  <a:srgbClr val="660874"/>
                </a:solidFill>
                <a:latin typeface="Arial"/>
                <a:ea typeface="Arial"/>
                <a:cs typeface="Arial"/>
              </a:defRPr>
            </a:lvl4pPr>
            <a:lvl5pPr algn="ctr">
              <a:defRPr sz="2700" b="0">
                <a:solidFill>
                  <a:srgbClr val="660874"/>
                </a:solidFill>
                <a:latin typeface="Arial"/>
                <a:ea typeface="Arial"/>
                <a:cs typeface="Arial"/>
              </a:defRPr>
            </a:lvl5pPr>
            <a:lvl6pPr algn="ctr">
              <a:defRPr sz="2700" b="0">
                <a:solidFill>
                  <a:srgbClr val="660874"/>
                </a:solidFill>
                <a:latin typeface="Arial"/>
                <a:ea typeface="Arial"/>
                <a:cs typeface="Arial"/>
              </a:defRPr>
            </a:lvl6pPr>
            <a:lvl7pPr algn="ctr">
              <a:defRPr sz="2700" b="0">
                <a:solidFill>
                  <a:srgbClr val="660874"/>
                </a:solidFill>
                <a:latin typeface="Arial"/>
                <a:ea typeface="Arial"/>
                <a:cs typeface="Arial"/>
              </a:defRPr>
            </a:lvl7pPr>
            <a:lvl8pPr algn="ctr">
              <a:defRPr sz="2700" b="0">
                <a:solidFill>
                  <a:srgbClr val="660874"/>
                </a:solidFill>
                <a:latin typeface="Arial"/>
                <a:ea typeface="Arial"/>
                <a:cs typeface="Arial"/>
              </a:defRPr>
            </a:lvl8pPr>
            <a:lvl9pPr algn="ctr">
              <a:defRPr sz="2700" b="0">
                <a:solidFill>
                  <a:srgbClr val="660874"/>
                </a:solidFill>
                <a:latin typeface="Arial"/>
                <a:ea typeface="Arial"/>
                <a:cs typeface="Arial"/>
              </a:defRPr>
            </a:lvl9pPr>
          </a:lstStyle>
          <a:p>
            <a:pPr algn="ctr">
              <a:defRPr sz="2700" b="0">
                <a:solidFill>
                  <a:srgbClr val="660874"/>
                </a:solidFill>
                <a:latin typeface="Arial"/>
                <a:ea typeface="Arial"/>
                <a:cs typeface="Arial"/>
              </a:defRPr>
            </a:pPr>
            <a:r>
              <a:rPr sz="2700" b="0">
                <a:solidFill>
                  <a:srgbClr val="660874"/>
                </a:solidFill>
                <a:latin typeface="Arial"/>
                <a:ea typeface="Arial"/>
                <a:cs typeface="Arial"/>
              </a:rPr>
              <a:t>References and resources</a:t>
            </a:r>
          </a:p>
        </p:txBody>
      </p:sp>
      <p:sp>
        <p:nvSpPr>
          <p:cNvPr id="2" name="20">
            <a:extLst>
              <a:ext uri="{FF2B5EF4-FFF2-40B4-BE49-F238E27FC236}">
                <a16:creationId xmlns:a16="http://schemas.microsoft.com/office/drawing/2014/main" id="{A858E0A5-E265-43B2-AC45-3D43BA2E9F1F}"/>
              </a:ext>
            </a:extLst>
          </p:cNvPr>
          <p:cNvSpPr>
            <a:spLocks noGrp="1"/>
          </p:cNvSpPr>
          <p:nvPr/>
        </p:nvSpPr>
        <p:spPr>
          <a:xfrm>
            <a:off x="8477250" y="4829175"/>
            <a:ext cx="523875" cy="228600"/>
          </a:xfrm>
          <a:prstGeom prst="rect">
            <a:avLst/>
          </a:prstGeom>
          <a:noFill/>
          <a:ln w="0">
            <a:noFill/>
          </a:ln>
        </p:spPr>
        <p:txBody>
          <a:bodyPr wrap="square" lIns="0" tIns="0" rIns="0" bIns="0" anchor="ctr"/>
          <a:lstStyle>
            <a:defPPr algn="l">
              <a:defRPr sz="975" b="0">
                <a:solidFill>
                  <a:srgbClr val="898989"/>
                </a:solidFill>
                <a:latin typeface="Arial"/>
                <a:ea typeface="Arial"/>
                <a:cs typeface="Arial"/>
              </a:defRPr>
            </a:defPPr>
            <a:lvl1pPr algn="l">
              <a:defRPr sz="975" b="0">
                <a:solidFill>
                  <a:srgbClr val="898989"/>
                </a:solidFill>
                <a:latin typeface="Arial"/>
                <a:ea typeface="Arial"/>
                <a:cs typeface="Arial"/>
              </a:defRPr>
            </a:lvl1pPr>
            <a:lvl2pPr algn="l">
              <a:defRPr sz="975" b="0">
                <a:solidFill>
                  <a:srgbClr val="898989"/>
                </a:solidFill>
                <a:latin typeface="Arial"/>
                <a:ea typeface="Arial"/>
                <a:cs typeface="Arial"/>
              </a:defRPr>
            </a:lvl2pPr>
            <a:lvl3pPr algn="l">
              <a:defRPr sz="975" b="0">
                <a:solidFill>
                  <a:srgbClr val="898989"/>
                </a:solidFill>
                <a:latin typeface="Arial"/>
                <a:ea typeface="Arial"/>
                <a:cs typeface="Arial"/>
              </a:defRPr>
            </a:lvl3pPr>
            <a:lvl4pPr algn="l">
              <a:defRPr sz="975" b="0">
                <a:solidFill>
                  <a:srgbClr val="898989"/>
                </a:solidFill>
                <a:latin typeface="Arial"/>
                <a:ea typeface="Arial"/>
                <a:cs typeface="Arial"/>
              </a:defRPr>
            </a:lvl4pPr>
            <a:lvl5pPr algn="l">
              <a:defRPr sz="975" b="0">
                <a:solidFill>
                  <a:srgbClr val="898989"/>
                </a:solidFill>
                <a:latin typeface="Arial"/>
                <a:ea typeface="Arial"/>
                <a:cs typeface="Arial"/>
              </a:defRPr>
            </a:lvl5pPr>
            <a:lvl6pPr algn="l">
              <a:defRPr sz="975" b="0">
                <a:solidFill>
                  <a:srgbClr val="898989"/>
                </a:solidFill>
                <a:latin typeface="Arial"/>
                <a:ea typeface="Arial"/>
                <a:cs typeface="Arial"/>
              </a:defRPr>
            </a:lvl6pPr>
            <a:lvl7pPr algn="l">
              <a:defRPr sz="975" b="0">
                <a:solidFill>
                  <a:srgbClr val="898989"/>
                </a:solidFill>
                <a:latin typeface="Arial"/>
                <a:ea typeface="Arial"/>
                <a:cs typeface="Arial"/>
              </a:defRPr>
            </a:lvl7pPr>
            <a:lvl8pPr algn="l">
              <a:defRPr sz="975" b="0">
                <a:solidFill>
                  <a:srgbClr val="898989"/>
                </a:solidFill>
                <a:latin typeface="Arial"/>
                <a:ea typeface="Arial"/>
                <a:cs typeface="Arial"/>
              </a:defRPr>
            </a:lvl8pPr>
            <a:lvl9pPr algn="l">
              <a:defRPr sz="975" b="0">
                <a:solidFill>
                  <a:srgbClr val="898989"/>
                </a:solidFill>
                <a:latin typeface="Arial"/>
                <a:ea typeface="Arial"/>
                <a:cs typeface="Arial"/>
              </a:defRPr>
            </a:lvl9pPr>
          </a:lstStyle>
          <a:p>
            <a:pPr algn="l">
              <a:defRPr sz="975" b="0">
                <a:solidFill>
                  <a:srgbClr val="898989"/>
                </a:solidFill>
                <a:latin typeface="Arial"/>
                <a:ea typeface="Arial"/>
                <a:cs typeface="Arial"/>
              </a:defRPr>
            </a:pPr>
            <a:r>
              <a:rPr sz="975" b="0">
                <a:solidFill>
                  <a:srgbClr val="898989"/>
                </a:solidFill>
                <a:latin typeface="Arial"/>
                <a:ea typeface="Arial"/>
                <a:cs typeface="Arial"/>
              </a:rPr>
              <a:t>19</a:t>
            </a:r>
          </a:p>
        </p:txBody>
      </p:sp>
      <p:sp>
        <p:nvSpPr>
          <p:cNvPr id="3" name="FlyGM. Whole-Brain Connectomic Graph Model En">
            <a:extLst>
              <a:ext uri="{FF2B5EF4-FFF2-40B4-BE49-F238E27FC236}">
                <a16:creationId xmlns:a16="http://schemas.microsoft.com/office/drawing/2014/main" id="{E0389549-4C36-47EC-8633-E9E343E1492B}"/>
              </a:ext>
            </a:extLst>
          </p:cNvPr>
          <p:cNvSpPr>
            <a:spLocks noGrp="1"/>
          </p:cNvSpPr>
          <p:nvPr/>
        </p:nvSpPr>
        <p:spPr>
          <a:xfrm>
            <a:off x="495300" y="838200"/>
            <a:ext cx="8191500" cy="3905250"/>
          </a:xfrm>
          <a:prstGeom prst="rect">
            <a:avLst/>
          </a:prstGeom>
          <a:noFill/>
          <a:ln w="0">
            <a:noFill/>
          </a:ln>
        </p:spPr>
        <p:txBody>
          <a:bodyPr wrap="square" lIns="0" tIns="0" rIns="0" bIns="0" anchor="ctr"/>
          <a:lstStyle>
            <a:defPPr algn="l">
              <a:defRPr sz="1500" b="0">
                <a:solidFill>
                  <a:srgbClr val="222222"/>
                </a:solidFill>
                <a:latin typeface="Arial"/>
                <a:ea typeface="Arial"/>
                <a:cs typeface="Arial"/>
              </a:defRPr>
            </a:defPPr>
            <a:lvl1pPr algn="l">
              <a:defRPr sz="1500" b="0">
                <a:solidFill>
                  <a:srgbClr val="222222"/>
                </a:solidFill>
                <a:latin typeface="Arial"/>
                <a:ea typeface="Arial"/>
                <a:cs typeface="Arial"/>
              </a:defRPr>
            </a:lvl1pPr>
            <a:lvl2pPr algn="l">
              <a:defRPr sz="1500" b="0">
                <a:solidFill>
                  <a:srgbClr val="222222"/>
                </a:solidFill>
                <a:latin typeface="Arial"/>
                <a:ea typeface="Arial"/>
                <a:cs typeface="Arial"/>
              </a:defRPr>
            </a:lvl2pPr>
            <a:lvl3pPr algn="l">
              <a:defRPr sz="1500" b="0">
                <a:solidFill>
                  <a:srgbClr val="222222"/>
                </a:solidFill>
                <a:latin typeface="Arial"/>
                <a:ea typeface="Arial"/>
                <a:cs typeface="Arial"/>
              </a:defRPr>
            </a:lvl3pPr>
            <a:lvl4pPr algn="l">
              <a:defRPr sz="1500" b="0">
                <a:solidFill>
                  <a:srgbClr val="222222"/>
                </a:solidFill>
                <a:latin typeface="Arial"/>
                <a:ea typeface="Arial"/>
                <a:cs typeface="Arial"/>
              </a:defRPr>
            </a:lvl4pPr>
            <a:lvl5pPr algn="l">
              <a:defRPr sz="1500" b="0">
                <a:solidFill>
                  <a:srgbClr val="222222"/>
                </a:solidFill>
                <a:latin typeface="Arial"/>
                <a:ea typeface="Arial"/>
                <a:cs typeface="Arial"/>
              </a:defRPr>
            </a:lvl5pPr>
            <a:lvl6pPr algn="l">
              <a:defRPr sz="1500" b="0">
                <a:solidFill>
                  <a:srgbClr val="222222"/>
                </a:solidFill>
                <a:latin typeface="Arial"/>
                <a:ea typeface="Arial"/>
                <a:cs typeface="Arial"/>
              </a:defRPr>
            </a:lvl6pPr>
            <a:lvl7pPr algn="l">
              <a:defRPr sz="1500" b="0">
                <a:solidFill>
                  <a:srgbClr val="222222"/>
                </a:solidFill>
                <a:latin typeface="Arial"/>
                <a:ea typeface="Arial"/>
                <a:cs typeface="Arial"/>
              </a:defRPr>
            </a:lvl7pPr>
            <a:lvl8pPr algn="l">
              <a:defRPr sz="1500" b="0">
                <a:solidFill>
                  <a:srgbClr val="222222"/>
                </a:solidFill>
                <a:latin typeface="Arial"/>
                <a:ea typeface="Arial"/>
                <a:cs typeface="Arial"/>
              </a:defRPr>
            </a:lvl8pPr>
            <a:lvl9pPr algn="l">
              <a:defRPr sz="1500" b="0">
                <a:solidFill>
                  <a:srgbClr val="222222"/>
                </a:solidFill>
                <a:latin typeface="Arial"/>
                <a:ea typeface="Arial"/>
                <a:cs typeface="Arial"/>
              </a:defRPr>
            </a:lvl9pPr>
          </a:lstStyle>
          <a:p>
            <a:pPr algn="l">
              <a:defRPr sz="1500" b="0">
                <a:solidFill>
                  <a:srgbClr val="222222"/>
                </a:solidFill>
                <a:latin typeface="Arial"/>
                <a:ea typeface="Arial"/>
                <a:cs typeface="Arial"/>
              </a:defRPr>
            </a:pPr>
            <a:r>
              <a:rPr sz="1500" b="0">
                <a:solidFill>
                  <a:srgbClr val="222222"/>
                </a:solidFill>
                <a:latin typeface="Arial"/>
                <a:ea typeface="Arial"/>
                <a:cs typeface="Arial"/>
              </a:rPr>
              <a:t>FlyGM. Whole-Brain Connectomic Graph Model Enables Whole-Body</a:t>
            </a:r>
          </a:p>
          <a:p>
            <a:pPr algn="l">
              <a:defRPr sz="1500" b="0">
                <a:solidFill>
                  <a:srgbClr val="222222"/>
                </a:solidFill>
                <a:latin typeface="Arial"/>
                <a:ea typeface="Arial"/>
                <a:cs typeface="Arial"/>
              </a:defRPr>
            </a:pPr>
            <a:r>
              <a:rPr sz="1500" b="0">
                <a:solidFill>
                  <a:srgbClr val="222222"/>
                </a:solidFill>
                <a:latin typeface="Arial"/>
                <a:ea typeface="Arial"/>
                <a:cs typeface="Arial"/>
              </a:rPr>
              <a:t>Locomotion Control in Fruit Fly. AIAS final revised manuscript.</a:t>
            </a:r>
          </a:p>
          <a:p>
            <a:endParaRPr sz="1500" b="0">
              <a:solidFill>
                <a:srgbClr val="222222"/>
              </a:solidFill>
              <a:latin typeface="Arial"/>
              <a:ea typeface="Arial"/>
              <a:cs typeface="Arial"/>
            </a:endParaRPr>
          </a:p>
          <a:p>
            <a:pPr algn="l">
              <a:defRPr sz="1500" b="0">
                <a:solidFill>
                  <a:srgbClr val="222222"/>
                </a:solidFill>
                <a:latin typeface="Arial"/>
                <a:ea typeface="Arial"/>
                <a:cs typeface="Arial"/>
              </a:defRPr>
            </a:pPr>
            <a:r>
              <a:rPr sz="1500" b="0">
                <a:solidFill>
                  <a:srgbClr val="222222"/>
                </a:solidFill>
                <a:latin typeface="Arial"/>
                <a:ea typeface="Arial"/>
                <a:cs typeface="Arial"/>
              </a:rPr>
              <a:t>Dorkenwald et al. Neuronal wiring diagram of an adult brain.</a:t>
            </a:r>
          </a:p>
          <a:p>
            <a:pPr algn="l">
              <a:defRPr sz="1500" b="0">
                <a:solidFill>
                  <a:srgbClr val="222222"/>
                </a:solidFill>
                <a:latin typeface="Arial"/>
                <a:ea typeface="Arial"/>
                <a:cs typeface="Arial"/>
              </a:defRPr>
            </a:pPr>
            <a:r>
              <a:rPr sz="1500" b="0">
                <a:solidFill>
                  <a:srgbClr val="222222"/>
                </a:solidFill>
                <a:latin typeface="Arial"/>
                <a:ea typeface="Arial"/>
                <a:cs typeface="Arial"/>
              </a:rPr>
              <a:t>Nature 634, 124–138 (2024). doi:10.1038/s41586-024-07558-y</a:t>
            </a:r>
          </a:p>
          <a:p>
            <a:endParaRPr sz="1500" b="0">
              <a:solidFill>
                <a:srgbClr val="222222"/>
              </a:solidFill>
              <a:latin typeface="Arial"/>
              <a:ea typeface="Arial"/>
              <a:cs typeface="Arial"/>
            </a:endParaRPr>
          </a:p>
          <a:p>
            <a:pPr algn="l">
              <a:defRPr sz="1500" b="0">
                <a:solidFill>
                  <a:srgbClr val="222222"/>
                </a:solidFill>
                <a:latin typeface="Arial"/>
                <a:ea typeface="Arial"/>
                <a:cs typeface="Arial"/>
              </a:defRPr>
            </a:pPr>
            <a:r>
              <a:rPr sz="1500" b="0">
                <a:solidFill>
                  <a:srgbClr val="222222"/>
                </a:solidFill>
                <a:latin typeface="Arial"/>
                <a:ea typeface="Arial"/>
                <a:cs typeface="Arial"/>
              </a:rPr>
              <a:t>Vaxenburg et al. Whole-body physics simulation of fruit fly locomotion.</a:t>
            </a:r>
          </a:p>
          <a:p>
            <a:pPr algn="l">
              <a:defRPr sz="1500" b="0">
                <a:solidFill>
                  <a:srgbClr val="222222"/>
                </a:solidFill>
                <a:latin typeface="Arial"/>
                <a:ea typeface="Arial"/>
                <a:cs typeface="Arial"/>
              </a:defRPr>
            </a:pPr>
            <a:r>
              <a:rPr sz="1500" b="0">
                <a:solidFill>
                  <a:srgbClr val="222222"/>
                </a:solidFill>
                <a:latin typeface="Arial"/>
                <a:ea typeface="Arial"/>
                <a:cs typeface="Arial"/>
              </a:rPr>
              <a:t>Nature 643, 1312–1320 (2025).</a:t>
            </a:r>
          </a:p>
          <a:p>
            <a:endParaRPr sz="1500" b="0">
              <a:solidFill>
                <a:srgbClr val="222222"/>
              </a:solidFill>
              <a:latin typeface="Arial"/>
              <a:ea typeface="Arial"/>
              <a:cs typeface="Arial"/>
            </a:endParaRPr>
          </a:p>
          <a:p>
            <a:pPr algn="l">
              <a:defRPr sz="1500" b="0">
                <a:solidFill>
                  <a:srgbClr val="222222"/>
                </a:solidFill>
                <a:latin typeface="Arial"/>
                <a:ea typeface="Arial"/>
                <a:cs typeface="Arial"/>
              </a:defRPr>
            </a:pPr>
            <a:r>
              <a:rPr sz="1500" b="0">
                <a:solidFill>
                  <a:srgbClr val="222222"/>
                </a:solidFill>
                <a:latin typeface="Arial"/>
                <a:ea typeface="Arial"/>
                <a:cs typeface="Arial"/>
              </a:rPr>
              <a:t>Berg et al. Sexual dimorphism in the complete Drosophila male</a:t>
            </a:r>
          </a:p>
          <a:p>
            <a:pPr algn="l">
              <a:defRPr sz="1500" b="0">
                <a:solidFill>
                  <a:srgbClr val="222222"/>
                </a:solidFill>
                <a:latin typeface="Arial"/>
                <a:ea typeface="Arial"/>
                <a:cs typeface="Arial"/>
              </a:defRPr>
            </a:pPr>
            <a:r>
              <a:rPr sz="1500" b="0">
                <a:solidFill>
                  <a:srgbClr val="222222"/>
                </a:solidFill>
                <a:latin typeface="Arial"/>
                <a:ea typeface="Arial"/>
                <a:cs typeface="Arial"/>
              </a:rPr>
              <a:t>central nervous system connectome. Cell 189, 5504–5526.e15 (2026).</a:t>
            </a:r>
          </a:p>
          <a:p>
            <a:pPr algn="l">
              <a:defRPr sz="1500" b="0">
                <a:solidFill>
                  <a:srgbClr val="222222"/>
                </a:solidFill>
                <a:latin typeface="Arial"/>
                <a:ea typeface="Arial"/>
                <a:cs typeface="Arial"/>
              </a:defRPr>
            </a:pPr>
            <a:r>
              <a:rPr sz="1500" b="0">
                <a:solidFill>
                  <a:srgbClr val="222222"/>
                </a:solidFill>
                <a:latin typeface="Arial"/>
                <a:ea typeface="Arial"/>
                <a:cs typeface="Arial"/>
              </a:rPr>
              <a:t>doi:10.1016/j.cell.2026.08.015</a:t>
            </a:r>
          </a:p>
          <a:p>
            <a:endParaRPr sz="1500" b="0">
              <a:solidFill>
                <a:srgbClr val="222222"/>
              </a:solidFill>
              <a:latin typeface="Arial"/>
              <a:ea typeface="Arial"/>
              <a:cs typeface="Arial"/>
            </a:endParaRPr>
          </a:p>
        </p:txBody>
      </p:sp>
    </p:spTree>
    <p:extLst>
      <p:ext uri="{BB962C8B-B14F-4D97-AF65-F5344CB8AC3E}">
        <p14:creationId xmlns:p14="http://schemas.microsoft.com/office/powerpoint/2010/main" val="1526145807"/>
      </p:ext>
    </p:extLst>
  </p:cSld>
  <p:clrMapOvr>
    <a:masterClrMapping/>
  </p:clrMapOvr>
</p:sld>
</file>

<file path=ppt/theme/theme1.xml><?xml version="1.0" encoding="utf-8"?>
<a:theme xmlns:a="http://schemas.openxmlformats.org/drawingml/2006/main"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Stanford">
      <a:majorFont>
        <a:latin typeface="Source Sans Pro Semibold"/>
        <a:ea typeface=""/>
        <a:cs typeface=""/>
      </a:majorFont>
      <a:minorFont>
        <a:latin typeface="Source Sans Pro"/>
        <a:ea typeface=""/>
        <a:cs typeface=""/>
      </a:minorFont>
    </a:fontScheme>
    <a:fmtScheme name="Stanford2">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a:solidFill>
            <a:schemeClr val="phClr"/>
          </a:solidFill>
          <a:prstDash val="solid"/>
        </a:ln>
        <a:ln w="26425">
          <a:solidFill>
            <a:schemeClr val="phClr"/>
          </a:solidFill>
          <a:prstDash val="solid"/>
        </a:ln>
        <a:ln w="4445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Stanford">
      <a:majorFont>
        <a:latin typeface="Source Sans Pro Semibold"/>
        <a:ea typeface=""/>
        <a:cs typeface=""/>
      </a:majorFont>
      <a:minorFont>
        <a:latin typeface="Source Sans Pro"/>
        <a:ea typeface=""/>
        <a:cs typeface=""/>
      </a:minorFont>
    </a:fontScheme>
    <a:fmtScheme name="Stanford2">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a:solidFill>
            <a:schemeClr val="phClr"/>
          </a:solidFill>
          <a:prstDash val="solid"/>
        </a:ln>
        <a:ln w="26425">
          <a:solidFill>
            <a:schemeClr val="phClr"/>
          </a:solidFill>
          <a:prstDash val="solid"/>
        </a:ln>
        <a:ln w="4445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2583</Words>
  <Application>Microsoft Macintosh PowerPoint</Application>
  <DocSecurity>0</DocSecurity>
  <PresentationFormat>On-screen Show (16:9)</PresentationFormat>
  <Paragraphs>170</Paragraphs>
  <Slides>14</Slides>
  <Notes>14</Notes>
  <HiddenSlides>1</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Source Sans Pro</vt:lpstr>
      <vt:lpstr>Source Sans Pro Semibold</vt:lpstr>
      <vt:lpstr>Wingdings</vt:lpstr>
      <vt:lpstr>SU_Preso_16x9_v6</vt:lpstr>
      <vt:lpstr>FlyGM Whole-Brain Connectomic Graph Model for Whole-Body Locomotion Control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Jin, Zehao</cp:lastModifiedBy>
  <cp:revision>1</cp:revision>
  <dcterms:created xsi:type="dcterms:W3CDTF">2026-10-26T01:42:36Z</dcterms:created>
  <dcterms:modified xsi:type="dcterms:W3CDTF">2026-10-27T04:25:53Z</dcterms:modified>
</cp:coreProperties>
</file>